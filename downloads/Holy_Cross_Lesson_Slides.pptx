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Lst>
  <p:sldSz cy="5143500" cx="9144000"/>
  <p:notesSz cx="6858000" cy="9144000"/>
  <p:embeddedFontLst>
    <p:embeddedFont>
      <p:font typeface="Old Standard TT"/>
      <p:regular r:id="rId14"/>
      <p:bold r:id="rId15"/>
      <p:italic r:id="rId1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font" Target="fonts/OldStandardTT-regular.fntdata"/><Relationship Id="rId15" Type="http://schemas.openxmlformats.org/officeDocument/2006/relationships/font" Target="fonts/OldStandardTT-bold.fntdata"/><Relationship Id="rId16" Type="http://schemas.openxmlformats.org/officeDocument/2006/relationships/font" Target="fonts/OldStandardTT-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 name="Shape 55"/>
        <p:cNvGrpSpPr/>
        <p:nvPr/>
      </p:nvGrpSpPr>
      <p:grpSpPr>
        <a:xfrm>
          <a:off x="0" y="0"/>
          <a:ext cx="0" cy="0"/>
          <a:chOff x="0" y="0"/>
          <a:chExt cx="0" cy="0"/>
        </a:xfrm>
      </p:grpSpPr>
      <p:sp>
        <p:nvSpPr>
          <p:cNvPr id="56" name="Google Shape;5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7" name="Google Shape;5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 name="Shape 61"/>
        <p:cNvGrpSpPr/>
        <p:nvPr/>
      </p:nvGrpSpPr>
      <p:grpSpPr>
        <a:xfrm>
          <a:off x="0" y="0"/>
          <a:ext cx="0" cy="0"/>
          <a:chOff x="0" y="0"/>
          <a:chExt cx="0" cy="0"/>
        </a:xfrm>
      </p:grpSpPr>
      <p:sp>
        <p:nvSpPr>
          <p:cNvPr id="62" name="Google Shape;62;g32f9c53c61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 name="Google Shape;63;g32f9c53c61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 name="Shape 68"/>
        <p:cNvGrpSpPr/>
        <p:nvPr/>
      </p:nvGrpSpPr>
      <p:grpSpPr>
        <a:xfrm>
          <a:off x="0" y="0"/>
          <a:ext cx="0" cy="0"/>
          <a:chOff x="0" y="0"/>
          <a:chExt cx="0" cy="0"/>
        </a:xfrm>
      </p:grpSpPr>
      <p:sp>
        <p:nvSpPr>
          <p:cNvPr id="69" name="Google Shape;69;g32f9c53c618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 name="Google Shape;70;g32f9c53c618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g32f9c53c618_0_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 name="Google Shape;77;g32f9c53c618_0_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 name="Shape 83"/>
        <p:cNvGrpSpPr/>
        <p:nvPr/>
      </p:nvGrpSpPr>
      <p:grpSpPr>
        <a:xfrm>
          <a:off x="0" y="0"/>
          <a:ext cx="0" cy="0"/>
          <a:chOff x="0" y="0"/>
          <a:chExt cx="0" cy="0"/>
        </a:xfrm>
      </p:grpSpPr>
      <p:sp>
        <p:nvSpPr>
          <p:cNvPr id="84" name="Google Shape;84;g32f9c53c618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 name="Google Shape;85;g32f9c53c618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 name="Shape 90"/>
        <p:cNvGrpSpPr/>
        <p:nvPr/>
      </p:nvGrpSpPr>
      <p:grpSpPr>
        <a:xfrm>
          <a:off x="0" y="0"/>
          <a:ext cx="0" cy="0"/>
          <a:chOff x="0" y="0"/>
          <a:chExt cx="0" cy="0"/>
        </a:xfrm>
      </p:grpSpPr>
      <p:sp>
        <p:nvSpPr>
          <p:cNvPr id="91" name="Google Shape;91;g32f9c53c618_0_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 name="Google Shape;92;g32f9c53c618_0_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 name="Shape 98"/>
        <p:cNvGrpSpPr/>
        <p:nvPr/>
      </p:nvGrpSpPr>
      <p:grpSpPr>
        <a:xfrm>
          <a:off x="0" y="0"/>
          <a:ext cx="0" cy="0"/>
          <a:chOff x="0" y="0"/>
          <a:chExt cx="0" cy="0"/>
        </a:xfrm>
      </p:grpSpPr>
      <p:sp>
        <p:nvSpPr>
          <p:cNvPr id="99" name="Google Shape;99;g32f9c53c618_0_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 name="Google Shape;100;g32f9c53c618_0_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g32f9c53c618_0_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7" name="Google Shape;107;g32f9c53c618_0_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9" name="Shape 9"/>
        <p:cNvGrpSpPr/>
        <p:nvPr/>
      </p:nvGrpSpPr>
      <p:grpSpPr>
        <a:xfrm>
          <a:off x="0" y="0"/>
          <a:ext cx="0" cy="0"/>
          <a:chOff x="0" y="0"/>
          <a:chExt cx="0" cy="0"/>
        </a:xfrm>
      </p:grpSpPr>
      <p:sp>
        <p:nvSpPr>
          <p:cNvPr id="10" name="Google Shape;10;p2"/>
          <p:cNvSpPr/>
          <p:nvPr/>
        </p:nvSpPr>
        <p:spPr>
          <a:xfrm>
            <a:off x="0" y="100"/>
            <a:ext cx="9144000" cy="17118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1" name="Google Shape;11;p2"/>
          <p:cNvCxnSpPr/>
          <p:nvPr/>
        </p:nvCxnSpPr>
        <p:spPr>
          <a:xfrm>
            <a:off x="641934" y="3597500"/>
            <a:ext cx="390300" cy="0"/>
          </a:xfrm>
          <a:prstGeom prst="straightConnector1">
            <a:avLst/>
          </a:prstGeom>
          <a:noFill/>
          <a:ln cap="flat" cmpd="sng" w="28575">
            <a:solidFill>
              <a:schemeClr val="accent1"/>
            </a:solidFill>
            <a:prstDash val="solid"/>
            <a:round/>
            <a:headEnd len="sm" w="sm" type="none"/>
            <a:tailEnd len="sm" w="sm" type="none"/>
          </a:ln>
        </p:spPr>
      </p:cxnSp>
      <p:sp>
        <p:nvSpPr>
          <p:cNvPr id="12" name="Google Shape;12;p2"/>
          <p:cNvSpPr txBox="1"/>
          <p:nvPr>
            <p:ph type="ctrTitle"/>
          </p:nvPr>
        </p:nvSpPr>
        <p:spPr>
          <a:xfrm>
            <a:off x="512700" y="1893300"/>
            <a:ext cx="8118600" cy="1522800"/>
          </a:xfrm>
          <a:prstGeom prst="rect">
            <a:avLst/>
          </a:prstGeom>
        </p:spPr>
        <p:txBody>
          <a:bodyPr anchorCtr="0" anchor="b" bIns="91425" lIns="91425" spcFirstLastPara="1" rIns="91425" wrap="square" tIns="91425">
            <a:normAutofit/>
          </a:bodyPr>
          <a:lstStyle>
            <a:lvl1pPr lvl="0">
              <a:spcBef>
                <a:spcPts val="0"/>
              </a:spcBef>
              <a:spcAft>
                <a:spcPts val="0"/>
              </a:spcAft>
              <a:buClr>
                <a:schemeClr val="accent1"/>
              </a:buClr>
              <a:buSzPts val="4200"/>
              <a:buNone/>
              <a:defRPr sz="4200">
                <a:solidFill>
                  <a:schemeClr val="accent1"/>
                </a:solidFill>
              </a:defRPr>
            </a:lvl1pPr>
            <a:lvl2pPr lvl="1">
              <a:spcBef>
                <a:spcPts val="0"/>
              </a:spcBef>
              <a:spcAft>
                <a:spcPts val="0"/>
              </a:spcAft>
              <a:buClr>
                <a:schemeClr val="accent1"/>
              </a:buClr>
              <a:buSzPts val="4200"/>
              <a:buNone/>
              <a:defRPr sz="4200">
                <a:solidFill>
                  <a:schemeClr val="accent1"/>
                </a:solidFill>
              </a:defRPr>
            </a:lvl2pPr>
            <a:lvl3pPr lvl="2">
              <a:spcBef>
                <a:spcPts val="0"/>
              </a:spcBef>
              <a:spcAft>
                <a:spcPts val="0"/>
              </a:spcAft>
              <a:buClr>
                <a:schemeClr val="accent1"/>
              </a:buClr>
              <a:buSzPts val="4200"/>
              <a:buNone/>
              <a:defRPr sz="4200">
                <a:solidFill>
                  <a:schemeClr val="accent1"/>
                </a:solidFill>
              </a:defRPr>
            </a:lvl3pPr>
            <a:lvl4pPr lvl="3">
              <a:spcBef>
                <a:spcPts val="0"/>
              </a:spcBef>
              <a:spcAft>
                <a:spcPts val="0"/>
              </a:spcAft>
              <a:buClr>
                <a:schemeClr val="accent1"/>
              </a:buClr>
              <a:buSzPts val="4200"/>
              <a:buNone/>
              <a:defRPr sz="4200">
                <a:solidFill>
                  <a:schemeClr val="accent1"/>
                </a:solidFill>
              </a:defRPr>
            </a:lvl4pPr>
            <a:lvl5pPr lvl="4">
              <a:spcBef>
                <a:spcPts val="0"/>
              </a:spcBef>
              <a:spcAft>
                <a:spcPts val="0"/>
              </a:spcAft>
              <a:buClr>
                <a:schemeClr val="accent1"/>
              </a:buClr>
              <a:buSzPts val="4200"/>
              <a:buNone/>
              <a:defRPr sz="4200">
                <a:solidFill>
                  <a:schemeClr val="accent1"/>
                </a:solidFill>
              </a:defRPr>
            </a:lvl5pPr>
            <a:lvl6pPr lvl="5">
              <a:spcBef>
                <a:spcPts val="0"/>
              </a:spcBef>
              <a:spcAft>
                <a:spcPts val="0"/>
              </a:spcAft>
              <a:buClr>
                <a:schemeClr val="accent1"/>
              </a:buClr>
              <a:buSzPts val="4200"/>
              <a:buNone/>
              <a:defRPr sz="4200">
                <a:solidFill>
                  <a:schemeClr val="accent1"/>
                </a:solidFill>
              </a:defRPr>
            </a:lvl6pPr>
            <a:lvl7pPr lvl="6">
              <a:spcBef>
                <a:spcPts val="0"/>
              </a:spcBef>
              <a:spcAft>
                <a:spcPts val="0"/>
              </a:spcAft>
              <a:buClr>
                <a:schemeClr val="accent1"/>
              </a:buClr>
              <a:buSzPts val="4200"/>
              <a:buNone/>
              <a:defRPr sz="4200">
                <a:solidFill>
                  <a:schemeClr val="accent1"/>
                </a:solidFill>
              </a:defRPr>
            </a:lvl7pPr>
            <a:lvl8pPr lvl="7">
              <a:spcBef>
                <a:spcPts val="0"/>
              </a:spcBef>
              <a:spcAft>
                <a:spcPts val="0"/>
              </a:spcAft>
              <a:buClr>
                <a:schemeClr val="accent1"/>
              </a:buClr>
              <a:buSzPts val="4200"/>
              <a:buNone/>
              <a:defRPr sz="4200">
                <a:solidFill>
                  <a:schemeClr val="accent1"/>
                </a:solidFill>
              </a:defRPr>
            </a:lvl8pPr>
            <a:lvl9pPr lvl="8">
              <a:spcBef>
                <a:spcPts val="0"/>
              </a:spcBef>
              <a:spcAft>
                <a:spcPts val="0"/>
              </a:spcAft>
              <a:buClr>
                <a:schemeClr val="accent1"/>
              </a:buClr>
              <a:buSzPts val="4200"/>
              <a:buNone/>
              <a:defRPr sz="4200">
                <a:solidFill>
                  <a:schemeClr val="accent1"/>
                </a:solidFill>
              </a:defRPr>
            </a:lvl9pPr>
          </a:lstStyle>
          <a:p/>
        </p:txBody>
      </p:sp>
      <p:sp>
        <p:nvSpPr>
          <p:cNvPr id="13" name="Google Shape;13;p2"/>
          <p:cNvSpPr txBox="1"/>
          <p:nvPr>
            <p:ph idx="1" type="subTitle"/>
          </p:nvPr>
        </p:nvSpPr>
        <p:spPr>
          <a:xfrm>
            <a:off x="512700" y="3840639"/>
            <a:ext cx="8118600" cy="787500"/>
          </a:xfrm>
          <a:prstGeom prst="rect">
            <a:avLst/>
          </a:prstGeom>
        </p:spPr>
        <p:txBody>
          <a:bodyPr anchorCtr="0" anchor="t" bIns="91425" lIns="91425" spcFirstLastPara="1" rIns="91425" wrap="square" tIns="91425">
            <a:normAutofit/>
          </a:bodyPr>
          <a:lstStyle>
            <a:lvl1pPr lvl="0">
              <a:lnSpc>
                <a:spcPct val="100000"/>
              </a:lnSpc>
              <a:spcBef>
                <a:spcPts val="0"/>
              </a:spcBef>
              <a:spcAft>
                <a:spcPts val="0"/>
              </a:spcAft>
              <a:buClr>
                <a:schemeClr val="accent2"/>
              </a:buClr>
              <a:buSzPts val="2400"/>
              <a:buNone/>
              <a:defRPr sz="2400">
                <a:solidFill>
                  <a:schemeClr val="accent2"/>
                </a:solidFill>
              </a:defRPr>
            </a:lvl1pPr>
            <a:lvl2pPr lvl="1">
              <a:lnSpc>
                <a:spcPct val="100000"/>
              </a:lnSpc>
              <a:spcBef>
                <a:spcPts val="0"/>
              </a:spcBef>
              <a:spcAft>
                <a:spcPts val="0"/>
              </a:spcAft>
              <a:buClr>
                <a:schemeClr val="accent2"/>
              </a:buClr>
              <a:buSzPts val="2400"/>
              <a:buNone/>
              <a:defRPr sz="2400">
                <a:solidFill>
                  <a:schemeClr val="accent2"/>
                </a:solidFill>
              </a:defRPr>
            </a:lvl2pPr>
            <a:lvl3pPr lvl="2">
              <a:lnSpc>
                <a:spcPct val="100000"/>
              </a:lnSpc>
              <a:spcBef>
                <a:spcPts val="0"/>
              </a:spcBef>
              <a:spcAft>
                <a:spcPts val="0"/>
              </a:spcAft>
              <a:buClr>
                <a:schemeClr val="accent2"/>
              </a:buClr>
              <a:buSzPts val="2400"/>
              <a:buNone/>
              <a:defRPr sz="2400">
                <a:solidFill>
                  <a:schemeClr val="accent2"/>
                </a:solidFill>
              </a:defRPr>
            </a:lvl3pPr>
            <a:lvl4pPr lvl="3">
              <a:lnSpc>
                <a:spcPct val="100000"/>
              </a:lnSpc>
              <a:spcBef>
                <a:spcPts val="0"/>
              </a:spcBef>
              <a:spcAft>
                <a:spcPts val="0"/>
              </a:spcAft>
              <a:buClr>
                <a:schemeClr val="accent2"/>
              </a:buClr>
              <a:buSzPts val="2400"/>
              <a:buNone/>
              <a:defRPr sz="2400">
                <a:solidFill>
                  <a:schemeClr val="accent2"/>
                </a:solidFill>
              </a:defRPr>
            </a:lvl4pPr>
            <a:lvl5pPr lvl="4">
              <a:lnSpc>
                <a:spcPct val="100000"/>
              </a:lnSpc>
              <a:spcBef>
                <a:spcPts val="0"/>
              </a:spcBef>
              <a:spcAft>
                <a:spcPts val="0"/>
              </a:spcAft>
              <a:buClr>
                <a:schemeClr val="accent2"/>
              </a:buClr>
              <a:buSzPts val="2400"/>
              <a:buNone/>
              <a:defRPr sz="2400">
                <a:solidFill>
                  <a:schemeClr val="accent2"/>
                </a:solidFill>
              </a:defRPr>
            </a:lvl5pPr>
            <a:lvl6pPr lvl="5">
              <a:lnSpc>
                <a:spcPct val="100000"/>
              </a:lnSpc>
              <a:spcBef>
                <a:spcPts val="0"/>
              </a:spcBef>
              <a:spcAft>
                <a:spcPts val="0"/>
              </a:spcAft>
              <a:buClr>
                <a:schemeClr val="accent2"/>
              </a:buClr>
              <a:buSzPts val="2400"/>
              <a:buNone/>
              <a:defRPr sz="2400">
                <a:solidFill>
                  <a:schemeClr val="accent2"/>
                </a:solidFill>
              </a:defRPr>
            </a:lvl6pPr>
            <a:lvl7pPr lvl="6">
              <a:lnSpc>
                <a:spcPct val="100000"/>
              </a:lnSpc>
              <a:spcBef>
                <a:spcPts val="0"/>
              </a:spcBef>
              <a:spcAft>
                <a:spcPts val="0"/>
              </a:spcAft>
              <a:buClr>
                <a:schemeClr val="accent2"/>
              </a:buClr>
              <a:buSzPts val="2400"/>
              <a:buNone/>
              <a:defRPr sz="2400">
                <a:solidFill>
                  <a:schemeClr val="accent2"/>
                </a:solidFill>
              </a:defRPr>
            </a:lvl7pPr>
            <a:lvl8pPr lvl="7">
              <a:lnSpc>
                <a:spcPct val="100000"/>
              </a:lnSpc>
              <a:spcBef>
                <a:spcPts val="0"/>
              </a:spcBef>
              <a:spcAft>
                <a:spcPts val="0"/>
              </a:spcAft>
              <a:buClr>
                <a:schemeClr val="accent2"/>
              </a:buClr>
              <a:buSzPts val="2400"/>
              <a:buNone/>
              <a:defRPr sz="2400">
                <a:solidFill>
                  <a:schemeClr val="accent2"/>
                </a:solidFill>
              </a:defRPr>
            </a:lvl8pPr>
            <a:lvl9pPr lvl="8">
              <a:lnSpc>
                <a:spcPct val="100000"/>
              </a:lnSpc>
              <a:spcBef>
                <a:spcPts val="0"/>
              </a:spcBef>
              <a:spcAft>
                <a:spcPts val="0"/>
              </a:spcAft>
              <a:buClr>
                <a:schemeClr val="accent2"/>
              </a:buClr>
              <a:buSzPts val="2400"/>
              <a:buNone/>
              <a:defRPr sz="2400">
                <a:solidFill>
                  <a:schemeClr val="accent2"/>
                </a:solidFill>
              </a:defRPr>
            </a:lvl9pPr>
          </a:lstStyle>
          <a:p/>
        </p:txBody>
      </p:sp>
      <p:sp>
        <p:nvSpPr>
          <p:cNvPr id="14" name="Google Shape;14;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solidFill>
                  <a:schemeClr val="accent1"/>
                </a:solidFill>
              </a:defRPr>
            </a:lvl1pPr>
            <a:lvl2pPr lvl="1">
              <a:buNone/>
              <a:defRPr>
                <a:solidFill>
                  <a:schemeClr val="accent1"/>
                </a:solidFill>
              </a:defRPr>
            </a:lvl2pPr>
            <a:lvl3pPr lvl="2">
              <a:buNone/>
              <a:defRPr>
                <a:solidFill>
                  <a:schemeClr val="accent1"/>
                </a:solidFill>
              </a:defRPr>
            </a:lvl3pPr>
            <a:lvl4pPr lvl="3">
              <a:buNone/>
              <a:defRPr>
                <a:solidFill>
                  <a:schemeClr val="accent1"/>
                </a:solidFill>
              </a:defRPr>
            </a:lvl4pPr>
            <a:lvl5pPr lvl="4">
              <a:buNone/>
              <a:defRPr>
                <a:solidFill>
                  <a:schemeClr val="accent1"/>
                </a:solidFill>
              </a:defRPr>
            </a:lvl5pPr>
            <a:lvl6pPr lvl="5">
              <a:buNone/>
              <a:defRPr>
                <a:solidFill>
                  <a:schemeClr val="accent1"/>
                </a:solidFill>
              </a:defRPr>
            </a:lvl6pPr>
            <a:lvl7pPr lvl="6">
              <a:buNone/>
              <a:defRPr>
                <a:solidFill>
                  <a:schemeClr val="accent1"/>
                </a:solidFill>
              </a:defRPr>
            </a:lvl7pPr>
            <a:lvl8pPr lvl="7">
              <a:buNone/>
              <a:defRPr>
                <a:solidFill>
                  <a:schemeClr val="accent1"/>
                </a:solidFill>
              </a:defRPr>
            </a:lvl8pPr>
            <a:lvl9pPr lvl="8">
              <a:buNone/>
              <a:defRPr>
                <a:solidFill>
                  <a:schemeClr val="accen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solidFill>
          <a:schemeClr val="dk1"/>
        </a:solidFill>
      </p:bgPr>
    </p:bg>
    <p:spTree>
      <p:nvGrpSpPr>
        <p:cNvPr id="15" name="Shape 15"/>
        <p:cNvGrpSpPr/>
        <p:nvPr/>
      </p:nvGrpSpPr>
      <p:grpSpPr>
        <a:xfrm>
          <a:off x="0" y="0"/>
          <a:ext cx="0" cy="0"/>
          <a:chOff x="0" y="0"/>
          <a:chExt cx="0" cy="0"/>
        </a:xfrm>
      </p:grpSpPr>
      <p:cxnSp>
        <p:nvCxnSpPr>
          <p:cNvPr id="16" name="Google Shape;16;p3"/>
          <p:cNvCxnSpPr/>
          <p:nvPr/>
        </p:nvCxnSpPr>
        <p:spPr>
          <a:xfrm>
            <a:off x="641934" y="3597500"/>
            <a:ext cx="390300" cy="0"/>
          </a:xfrm>
          <a:prstGeom prst="straightConnector1">
            <a:avLst/>
          </a:prstGeom>
          <a:noFill/>
          <a:ln cap="flat" cmpd="sng" w="28575">
            <a:solidFill>
              <a:schemeClr val="lt2"/>
            </a:solidFill>
            <a:prstDash val="solid"/>
            <a:round/>
            <a:headEnd len="sm" w="sm" type="none"/>
            <a:tailEnd len="sm" w="sm" type="none"/>
          </a:ln>
        </p:spPr>
      </p:cxnSp>
      <p:sp>
        <p:nvSpPr>
          <p:cNvPr id="17" name="Google Shape;17;p3"/>
          <p:cNvSpPr txBox="1"/>
          <p:nvPr>
            <p:ph type="title"/>
          </p:nvPr>
        </p:nvSpPr>
        <p:spPr>
          <a:xfrm>
            <a:off x="512700" y="1893300"/>
            <a:ext cx="8118600" cy="1522800"/>
          </a:xfrm>
          <a:prstGeom prst="rect">
            <a:avLst/>
          </a:prstGeom>
        </p:spPr>
        <p:txBody>
          <a:bodyPr anchorCtr="0" anchor="b" bIns="91425" lIns="91425" spcFirstLastPara="1" rIns="91425" wrap="square" tIns="91425">
            <a:normAutofit/>
          </a:bodyPr>
          <a:lstStyle>
            <a:lvl1pPr lvl="0">
              <a:spcBef>
                <a:spcPts val="0"/>
              </a:spcBef>
              <a:spcAft>
                <a:spcPts val="0"/>
              </a:spcAft>
              <a:buClr>
                <a:schemeClr val="accent1"/>
              </a:buClr>
              <a:buSzPts val="6000"/>
              <a:buNone/>
              <a:defRPr sz="6000">
                <a:solidFill>
                  <a:schemeClr val="accent1"/>
                </a:solidFill>
              </a:defRPr>
            </a:lvl1pPr>
            <a:lvl2pPr lvl="1">
              <a:spcBef>
                <a:spcPts val="0"/>
              </a:spcBef>
              <a:spcAft>
                <a:spcPts val="0"/>
              </a:spcAft>
              <a:buClr>
                <a:schemeClr val="accent1"/>
              </a:buClr>
              <a:buSzPts val="6000"/>
              <a:buNone/>
              <a:defRPr sz="6000">
                <a:solidFill>
                  <a:schemeClr val="accent1"/>
                </a:solidFill>
              </a:defRPr>
            </a:lvl2pPr>
            <a:lvl3pPr lvl="2">
              <a:spcBef>
                <a:spcPts val="0"/>
              </a:spcBef>
              <a:spcAft>
                <a:spcPts val="0"/>
              </a:spcAft>
              <a:buClr>
                <a:schemeClr val="accent1"/>
              </a:buClr>
              <a:buSzPts val="6000"/>
              <a:buNone/>
              <a:defRPr sz="6000">
                <a:solidFill>
                  <a:schemeClr val="accent1"/>
                </a:solidFill>
              </a:defRPr>
            </a:lvl3pPr>
            <a:lvl4pPr lvl="3">
              <a:spcBef>
                <a:spcPts val="0"/>
              </a:spcBef>
              <a:spcAft>
                <a:spcPts val="0"/>
              </a:spcAft>
              <a:buClr>
                <a:schemeClr val="accent1"/>
              </a:buClr>
              <a:buSzPts val="6000"/>
              <a:buNone/>
              <a:defRPr sz="6000">
                <a:solidFill>
                  <a:schemeClr val="accent1"/>
                </a:solidFill>
              </a:defRPr>
            </a:lvl4pPr>
            <a:lvl5pPr lvl="4">
              <a:spcBef>
                <a:spcPts val="0"/>
              </a:spcBef>
              <a:spcAft>
                <a:spcPts val="0"/>
              </a:spcAft>
              <a:buClr>
                <a:schemeClr val="accent1"/>
              </a:buClr>
              <a:buSzPts val="6000"/>
              <a:buNone/>
              <a:defRPr sz="6000">
                <a:solidFill>
                  <a:schemeClr val="accent1"/>
                </a:solidFill>
              </a:defRPr>
            </a:lvl5pPr>
            <a:lvl6pPr lvl="5">
              <a:spcBef>
                <a:spcPts val="0"/>
              </a:spcBef>
              <a:spcAft>
                <a:spcPts val="0"/>
              </a:spcAft>
              <a:buClr>
                <a:schemeClr val="accent1"/>
              </a:buClr>
              <a:buSzPts val="6000"/>
              <a:buNone/>
              <a:defRPr sz="6000">
                <a:solidFill>
                  <a:schemeClr val="accent1"/>
                </a:solidFill>
              </a:defRPr>
            </a:lvl6pPr>
            <a:lvl7pPr lvl="6">
              <a:spcBef>
                <a:spcPts val="0"/>
              </a:spcBef>
              <a:spcAft>
                <a:spcPts val="0"/>
              </a:spcAft>
              <a:buClr>
                <a:schemeClr val="accent1"/>
              </a:buClr>
              <a:buSzPts val="6000"/>
              <a:buNone/>
              <a:defRPr sz="6000">
                <a:solidFill>
                  <a:schemeClr val="accent1"/>
                </a:solidFill>
              </a:defRPr>
            </a:lvl7pPr>
            <a:lvl8pPr lvl="7">
              <a:spcBef>
                <a:spcPts val="0"/>
              </a:spcBef>
              <a:spcAft>
                <a:spcPts val="0"/>
              </a:spcAft>
              <a:buClr>
                <a:schemeClr val="accent1"/>
              </a:buClr>
              <a:buSzPts val="6000"/>
              <a:buNone/>
              <a:defRPr sz="6000">
                <a:solidFill>
                  <a:schemeClr val="accent1"/>
                </a:solidFill>
              </a:defRPr>
            </a:lvl8pPr>
            <a:lvl9pPr lvl="8">
              <a:spcBef>
                <a:spcPts val="0"/>
              </a:spcBef>
              <a:spcAft>
                <a:spcPts val="0"/>
              </a:spcAft>
              <a:buClr>
                <a:schemeClr val="accent1"/>
              </a:buClr>
              <a:buSzPts val="6000"/>
              <a:buNone/>
              <a:defRPr sz="6000">
                <a:solidFill>
                  <a:schemeClr val="accent1"/>
                </a:solidFill>
              </a:defRPr>
            </a:lvl9pPr>
          </a:lstStyle>
          <a:p/>
        </p:txBody>
      </p:sp>
      <p:sp>
        <p:nvSpPr>
          <p:cNvPr id="18" name="Google Shape;18;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solidFill>
                  <a:schemeClr val="accent1"/>
                </a:solidFill>
              </a:defRPr>
            </a:lvl1pPr>
            <a:lvl2pPr lvl="1">
              <a:buNone/>
              <a:defRPr>
                <a:solidFill>
                  <a:schemeClr val="accent1"/>
                </a:solidFill>
              </a:defRPr>
            </a:lvl2pPr>
            <a:lvl3pPr lvl="2">
              <a:buNone/>
              <a:defRPr>
                <a:solidFill>
                  <a:schemeClr val="accent1"/>
                </a:solidFill>
              </a:defRPr>
            </a:lvl3pPr>
            <a:lvl4pPr lvl="3">
              <a:buNone/>
              <a:defRPr>
                <a:solidFill>
                  <a:schemeClr val="accent1"/>
                </a:solidFill>
              </a:defRPr>
            </a:lvl4pPr>
            <a:lvl5pPr lvl="4">
              <a:buNone/>
              <a:defRPr>
                <a:solidFill>
                  <a:schemeClr val="accent1"/>
                </a:solidFill>
              </a:defRPr>
            </a:lvl5pPr>
            <a:lvl6pPr lvl="5">
              <a:buNone/>
              <a:defRPr>
                <a:solidFill>
                  <a:schemeClr val="accent1"/>
                </a:solidFill>
              </a:defRPr>
            </a:lvl6pPr>
            <a:lvl7pPr lvl="6">
              <a:buNone/>
              <a:defRPr>
                <a:solidFill>
                  <a:schemeClr val="accent1"/>
                </a:solidFill>
              </a:defRPr>
            </a:lvl7pPr>
            <a:lvl8pPr lvl="7">
              <a:buNone/>
              <a:defRPr>
                <a:solidFill>
                  <a:schemeClr val="accent1"/>
                </a:solidFill>
              </a:defRPr>
            </a:lvl8pPr>
            <a:lvl9pPr lvl="8">
              <a:buNone/>
              <a:defRPr>
                <a:solidFill>
                  <a:schemeClr val="accen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9" name="Shape 19"/>
        <p:cNvGrpSpPr/>
        <p:nvPr/>
      </p:nvGrpSpPr>
      <p:grpSpPr>
        <a:xfrm>
          <a:off x="0" y="0"/>
          <a:ext cx="0" cy="0"/>
          <a:chOff x="0" y="0"/>
          <a:chExt cx="0" cy="0"/>
        </a:xfrm>
      </p:grpSpPr>
      <p:sp>
        <p:nvSpPr>
          <p:cNvPr id="20" name="Google Shape;20;p4"/>
          <p:cNvSpPr/>
          <p:nvPr/>
        </p:nvSpPr>
        <p:spPr>
          <a:xfrm>
            <a:off x="0" y="5045700"/>
            <a:ext cx="9144000" cy="978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 name="Google Shape;21;p4"/>
          <p:cNvSpPr txBox="1"/>
          <p:nvPr>
            <p:ph type="title"/>
          </p:nvPr>
        </p:nvSpPr>
        <p:spPr>
          <a:xfrm>
            <a:off x="311700" y="445025"/>
            <a:ext cx="8520600" cy="6132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22" name="Google Shape;22;p4"/>
          <p:cNvSpPr txBox="1"/>
          <p:nvPr>
            <p:ph idx="1" type="body"/>
          </p:nvPr>
        </p:nvSpPr>
        <p:spPr>
          <a:xfrm>
            <a:off x="311700" y="1171600"/>
            <a:ext cx="8520600" cy="33972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23" name="Google Shape;23;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4" name="Shape 24"/>
        <p:cNvGrpSpPr/>
        <p:nvPr/>
      </p:nvGrpSpPr>
      <p:grpSpPr>
        <a:xfrm>
          <a:off x="0" y="0"/>
          <a:ext cx="0" cy="0"/>
          <a:chOff x="0" y="0"/>
          <a:chExt cx="0" cy="0"/>
        </a:xfrm>
      </p:grpSpPr>
      <p:sp>
        <p:nvSpPr>
          <p:cNvPr id="25" name="Google Shape;25;p5"/>
          <p:cNvSpPr txBox="1"/>
          <p:nvPr>
            <p:ph type="title"/>
          </p:nvPr>
        </p:nvSpPr>
        <p:spPr>
          <a:xfrm>
            <a:off x="311700" y="445025"/>
            <a:ext cx="8520600" cy="6132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26" name="Google Shape;26;p5"/>
          <p:cNvSpPr txBox="1"/>
          <p:nvPr>
            <p:ph idx="1" type="body"/>
          </p:nvPr>
        </p:nvSpPr>
        <p:spPr>
          <a:xfrm>
            <a:off x="311700" y="1171675"/>
            <a:ext cx="3999900" cy="33972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7" name="Google Shape;27;p5"/>
          <p:cNvSpPr txBox="1"/>
          <p:nvPr>
            <p:ph idx="2" type="body"/>
          </p:nvPr>
        </p:nvSpPr>
        <p:spPr>
          <a:xfrm>
            <a:off x="4832400" y="1171675"/>
            <a:ext cx="3999900" cy="33972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9" name="Shape 29"/>
        <p:cNvGrpSpPr/>
        <p:nvPr/>
      </p:nvGrpSpPr>
      <p:grpSpPr>
        <a:xfrm>
          <a:off x="0" y="0"/>
          <a:ext cx="0" cy="0"/>
          <a:chOff x="0" y="0"/>
          <a:chExt cx="0" cy="0"/>
        </a:xfrm>
      </p:grpSpPr>
      <p:sp>
        <p:nvSpPr>
          <p:cNvPr id="30" name="Google Shape;30;p6"/>
          <p:cNvSpPr txBox="1"/>
          <p:nvPr>
            <p:ph type="title"/>
          </p:nvPr>
        </p:nvSpPr>
        <p:spPr>
          <a:xfrm>
            <a:off x="311700" y="445025"/>
            <a:ext cx="8520600" cy="6132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31" name="Google Shape;31;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32" name="Shape 32"/>
        <p:cNvGrpSpPr/>
        <p:nvPr/>
      </p:nvGrpSpPr>
      <p:grpSpPr>
        <a:xfrm>
          <a:off x="0" y="0"/>
          <a:ext cx="0" cy="0"/>
          <a:chOff x="0" y="0"/>
          <a:chExt cx="0" cy="0"/>
        </a:xfrm>
      </p:grpSpPr>
      <p:sp>
        <p:nvSpPr>
          <p:cNvPr id="33" name="Google Shape;33;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4" name="Google Shape;34;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5" name="Google Shape;35;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bg>
      <p:bgPr>
        <a:solidFill>
          <a:schemeClr val="lt2"/>
        </a:solid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490250" y="526350"/>
            <a:ext cx="5604000" cy="4090800"/>
          </a:xfrm>
          <a:prstGeom prst="rect">
            <a:avLst/>
          </a:prstGeom>
        </p:spPr>
        <p:txBody>
          <a:bodyPr anchorCtr="0" anchor="ctr" bIns="91425" lIns="91425" spcFirstLastPara="1" rIns="91425" wrap="square" tIns="91425">
            <a:normAutofit/>
          </a:bodyPr>
          <a:lstStyle>
            <a:lvl1pPr lvl="0">
              <a:spcBef>
                <a:spcPts val="0"/>
              </a:spcBef>
              <a:spcAft>
                <a:spcPts val="0"/>
              </a:spcAft>
              <a:buClr>
                <a:schemeClr val="accent1"/>
              </a:buClr>
              <a:buSzPts val="5400"/>
              <a:buNone/>
              <a:defRPr sz="5400">
                <a:solidFill>
                  <a:schemeClr val="accent1"/>
                </a:solidFill>
              </a:defRPr>
            </a:lvl1pPr>
            <a:lvl2pPr lvl="1">
              <a:spcBef>
                <a:spcPts val="0"/>
              </a:spcBef>
              <a:spcAft>
                <a:spcPts val="0"/>
              </a:spcAft>
              <a:buClr>
                <a:schemeClr val="accent1"/>
              </a:buClr>
              <a:buSzPts val="5400"/>
              <a:buNone/>
              <a:defRPr sz="5400">
                <a:solidFill>
                  <a:schemeClr val="accent1"/>
                </a:solidFill>
              </a:defRPr>
            </a:lvl2pPr>
            <a:lvl3pPr lvl="2">
              <a:spcBef>
                <a:spcPts val="0"/>
              </a:spcBef>
              <a:spcAft>
                <a:spcPts val="0"/>
              </a:spcAft>
              <a:buClr>
                <a:schemeClr val="accent1"/>
              </a:buClr>
              <a:buSzPts val="5400"/>
              <a:buNone/>
              <a:defRPr sz="5400">
                <a:solidFill>
                  <a:schemeClr val="accent1"/>
                </a:solidFill>
              </a:defRPr>
            </a:lvl3pPr>
            <a:lvl4pPr lvl="3">
              <a:spcBef>
                <a:spcPts val="0"/>
              </a:spcBef>
              <a:spcAft>
                <a:spcPts val="0"/>
              </a:spcAft>
              <a:buClr>
                <a:schemeClr val="accent1"/>
              </a:buClr>
              <a:buSzPts val="5400"/>
              <a:buNone/>
              <a:defRPr sz="5400">
                <a:solidFill>
                  <a:schemeClr val="accent1"/>
                </a:solidFill>
              </a:defRPr>
            </a:lvl4pPr>
            <a:lvl5pPr lvl="4">
              <a:spcBef>
                <a:spcPts val="0"/>
              </a:spcBef>
              <a:spcAft>
                <a:spcPts val="0"/>
              </a:spcAft>
              <a:buClr>
                <a:schemeClr val="accent1"/>
              </a:buClr>
              <a:buSzPts val="5400"/>
              <a:buNone/>
              <a:defRPr sz="5400">
                <a:solidFill>
                  <a:schemeClr val="accent1"/>
                </a:solidFill>
              </a:defRPr>
            </a:lvl5pPr>
            <a:lvl6pPr lvl="5">
              <a:spcBef>
                <a:spcPts val="0"/>
              </a:spcBef>
              <a:spcAft>
                <a:spcPts val="0"/>
              </a:spcAft>
              <a:buClr>
                <a:schemeClr val="accent1"/>
              </a:buClr>
              <a:buSzPts val="5400"/>
              <a:buNone/>
              <a:defRPr sz="5400">
                <a:solidFill>
                  <a:schemeClr val="accent1"/>
                </a:solidFill>
              </a:defRPr>
            </a:lvl6pPr>
            <a:lvl7pPr lvl="6">
              <a:spcBef>
                <a:spcPts val="0"/>
              </a:spcBef>
              <a:spcAft>
                <a:spcPts val="0"/>
              </a:spcAft>
              <a:buClr>
                <a:schemeClr val="accent1"/>
              </a:buClr>
              <a:buSzPts val="5400"/>
              <a:buNone/>
              <a:defRPr sz="5400">
                <a:solidFill>
                  <a:schemeClr val="accent1"/>
                </a:solidFill>
              </a:defRPr>
            </a:lvl7pPr>
            <a:lvl8pPr lvl="7">
              <a:spcBef>
                <a:spcPts val="0"/>
              </a:spcBef>
              <a:spcAft>
                <a:spcPts val="0"/>
              </a:spcAft>
              <a:buClr>
                <a:schemeClr val="accent1"/>
              </a:buClr>
              <a:buSzPts val="5400"/>
              <a:buNone/>
              <a:defRPr sz="5400">
                <a:solidFill>
                  <a:schemeClr val="accent1"/>
                </a:solidFill>
              </a:defRPr>
            </a:lvl8pPr>
            <a:lvl9pPr lvl="8">
              <a:spcBef>
                <a:spcPts val="0"/>
              </a:spcBef>
              <a:spcAft>
                <a:spcPts val="0"/>
              </a:spcAft>
              <a:buClr>
                <a:schemeClr val="accent1"/>
              </a:buClr>
              <a:buSzPts val="5400"/>
              <a:buNone/>
              <a:defRPr sz="5400">
                <a:solidFill>
                  <a:schemeClr val="accent1"/>
                </a:solidFill>
              </a:defRPr>
            </a:lvl9pPr>
          </a:lstStyle>
          <a:p/>
        </p:txBody>
      </p:sp>
      <p:sp>
        <p:nvSpPr>
          <p:cNvPr id="38" name="Google Shape;38;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solidFill>
                  <a:schemeClr val="accent1"/>
                </a:solidFill>
              </a:defRPr>
            </a:lvl1pPr>
            <a:lvl2pPr lvl="1">
              <a:buNone/>
              <a:defRPr>
                <a:solidFill>
                  <a:schemeClr val="accent1"/>
                </a:solidFill>
              </a:defRPr>
            </a:lvl2pPr>
            <a:lvl3pPr lvl="2">
              <a:buNone/>
              <a:defRPr>
                <a:solidFill>
                  <a:schemeClr val="accent1"/>
                </a:solidFill>
              </a:defRPr>
            </a:lvl3pPr>
            <a:lvl4pPr lvl="3">
              <a:buNone/>
              <a:defRPr>
                <a:solidFill>
                  <a:schemeClr val="accent1"/>
                </a:solidFill>
              </a:defRPr>
            </a:lvl4pPr>
            <a:lvl5pPr lvl="4">
              <a:buNone/>
              <a:defRPr>
                <a:solidFill>
                  <a:schemeClr val="accent1"/>
                </a:solidFill>
              </a:defRPr>
            </a:lvl5pPr>
            <a:lvl6pPr lvl="5">
              <a:buNone/>
              <a:defRPr>
                <a:solidFill>
                  <a:schemeClr val="accent1"/>
                </a:solidFill>
              </a:defRPr>
            </a:lvl6pPr>
            <a:lvl7pPr lvl="6">
              <a:buNone/>
              <a:defRPr>
                <a:solidFill>
                  <a:schemeClr val="accent1"/>
                </a:solidFill>
              </a:defRPr>
            </a:lvl7pPr>
            <a:lvl8pPr lvl="7">
              <a:buNone/>
              <a:defRPr>
                <a:solidFill>
                  <a:schemeClr val="accent1"/>
                </a:solidFill>
              </a:defRPr>
            </a:lvl8pPr>
            <a:lvl9pPr lvl="8">
              <a:buNone/>
              <a:defRPr>
                <a:solidFill>
                  <a:schemeClr val="accen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9" name="Shape 39"/>
        <p:cNvGrpSpPr/>
        <p:nvPr/>
      </p:nvGrpSpPr>
      <p:grpSpPr>
        <a:xfrm>
          <a:off x="0" y="0"/>
          <a:ext cx="0" cy="0"/>
          <a:chOff x="0" y="0"/>
          <a:chExt cx="0" cy="0"/>
        </a:xfrm>
      </p:grpSpPr>
      <p:sp>
        <p:nvSpPr>
          <p:cNvPr id="40" name="Google Shape;40;p9"/>
          <p:cNvSpPr/>
          <p:nvPr/>
        </p:nvSpPr>
        <p:spPr>
          <a:xfrm>
            <a:off x="4572000" y="-25"/>
            <a:ext cx="4572000" cy="51435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41" name="Google Shape;41;p9"/>
          <p:cNvCxnSpPr/>
          <p:nvPr/>
        </p:nvCxnSpPr>
        <p:spPr>
          <a:xfrm>
            <a:off x="5029675" y="4495500"/>
            <a:ext cx="686400" cy="0"/>
          </a:xfrm>
          <a:prstGeom prst="straightConnector1">
            <a:avLst/>
          </a:prstGeom>
          <a:noFill/>
          <a:ln cap="flat" cmpd="sng" w="19050">
            <a:solidFill>
              <a:schemeClr val="lt2"/>
            </a:solidFill>
            <a:prstDash val="solid"/>
            <a:round/>
            <a:headEnd len="sm" w="sm" type="none"/>
            <a:tailEnd len="sm" w="sm" type="none"/>
          </a:ln>
        </p:spPr>
      </p:cxnSp>
      <p:sp>
        <p:nvSpPr>
          <p:cNvPr id="42" name="Google Shape;42;p9"/>
          <p:cNvSpPr txBox="1"/>
          <p:nvPr>
            <p:ph type="title"/>
          </p:nvPr>
        </p:nvSpPr>
        <p:spPr>
          <a:xfrm>
            <a:off x="265500" y="1382350"/>
            <a:ext cx="4045200" cy="1333200"/>
          </a:xfrm>
          <a:prstGeom prst="rect">
            <a:avLst/>
          </a:prstGeom>
        </p:spPr>
        <p:txBody>
          <a:bodyPr anchorCtr="0" anchor="b" bIns="91425" lIns="91425" spcFirstLastPara="1" rIns="91425" wrap="square" tIns="91425">
            <a:normAutofit/>
          </a:bodyPr>
          <a:lstStyle>
            <a:lvl1pPr lvl="0" algn="ctr">
              <a:spcBef>
                <a:spcPts val="0"/>
              </a:spcBef>
              <a:spcAft>
                <a:spcPts val="0"/>
              </a:spcAft>
              <a:buClr>
                <a:schemeClr val="lt2"/>
              </a:buClr>
              <a:buSzPts val="4200"/>
              <a:buNone/>
              <a:defRPr sz="4200">
                <a:solidFill>
                  <a:schemeClr val="lt2"/>
                </a:solidFill>
              </a:defRPr>
            </a:lvl1pPr>
            <a:lvl2pPr lvl="1" algn="ctr">
              <a:spcBef>
                <a:spcPts val="0"/>
              </a:spcBef>
              <a:spcAft>
                <a:spcPts val="0"/>
              </a:spcAft>
              <a:buClr>
                <a:schemeClr val="lt2"/>
              </a:buClr>
              <a:buSzPts val="4200"/>
              <a:buNone/>
              <a:defRPr sz="4200">
                <a:solidFill>
                  <a:schemeClr val="lt2"/>
                </a:solidFill>
              </a:defRPr>
            </a:lvl2pPr>
            <a:lvl3pPr lvl="2" algn="ctr">
              <a:spcBef>
                <a:spcPts val="0"/>
              </a:spcBef>
              <a:spcAft>
                <a:spcPts val="0"/>
              </a:spcAft>
              <a:buClr>
                <a:schemeClr val="lt2"/>
              </a:buClr>
              <a:buSzPts val="4200"/>
              <a:buNone/>
              <a:defRPr sz="4200">
                <a:solidFill>
                  <a:schemeClr val="lt2"/>
                </a:solidFill>
              </a:defRPr>
            </a:lvl3pPr>
            <a:lvl4pPr lvl="3" algn="ctr">
              <a:spcBef>
                <a:spcPts val="0"/>
              </a:spcBef>
              <a:spcAft>
                <a:spcPts val="0"/>
              </a:spcAft>
              <a:buClr>
                <a:schemeClr val="lt2"/>
              </a:buClr>
              <a:buSzPts val="4200"/>
              <a:buNone/>
              <a:defRPr sz="4200">
                <a:solidFill>
                  <a:schemeClr val="lt2"/>
                </a:solidFill>
              </a:defRPr>
            </a:lvl4pPr>
            <a:lvl5pPr lvl="4" algn="ctr">
              <a:spcBef>
                <a:spcPts val="0"/>
              </a:spcBef>
              <a:spcAft>
                <a:spcPts val="0"/>
              </a:spcAft>
              <a:buClr>
                <a:schemeClr val="lt2"/>
              </a:buClr>
              <a:buSzPts val="4200"/>
              <a:buNone/>
              <a:defRPr sz="4200">
                <a:solidFill>
                  <a:schemeClr val="lt2"/>
                </a:solidFill>
              </a:defRPr>
            </a:lvl5pPr>
            <a:lvl6pPr lvl="5" algn="ctr">
              <a:spcBef>
                <a:spcPts val="0"/>
              </a:spcBef>
              <a:spcAft>
                <a:spcPts val="0"/>
              </a:spcAft>
              <a:buClr>
                <a:schemeClr val="lt2"/>
              </a:buClr>
              <a:buSzPts val="4200"/>
              <a:buNone/>
              <a:defRPr sz="4200">
                <a:solidFill>
                  <a:schemeClr val="lt2"/>
                </a:solidFill>
              </a:defRPr>
            </a:lvl6pPr>
            <a:lvl7pPr lvl="6" algn="ctr">
              <a:spcBef>
                <a:spcPts val="0"/>
              </a:spcBef>
              <a:spcAft>
                <a:spcPts val="0"/>
              </a:spcAft>
              <a:buClr>
                <a:schemeClr val="lt2"/>
              </a:buClr>
              <a:buSzPts val="4200"/>
              <a:buNone/>
              <a:defRPr sz="4200">
                <a:solidFill>
                  <a:schemeClr val="lt2"/>
                </a:solidFill>
              </a:defRPr>
            </a:lvl7pPr>
            <a:lvl8pPr lvl="7" algn="ctr">
              <a:spcBef>
                <a:spcPts val="0"/>
              </a:spcBef>
              <a:spcAft>
                <a:spcPts val="0"/>
              </a:spcAft>
              <a:buClr>
                <a:schemeClr val="lt2"/>
              </a:buClr>
              <a:buSzPts val="4200"/>
              <a:buNone/>
              <a:defRPr sz="4200">
                <a:solidFill>
                  <a:schemeClr val="lt2"/>
                </a:solidFill>
              </a:defRPr>
            </a:lvl8pPr>
            <a:lvl9pPr lvl="8" algn="ctr">
              <a:spcBef>
                <a:spcPts val="0"/>
              </a:spcBef>
              <a:spcAft>
                <a:spcPts val="0"/>
              </a:spcAft>
              <a:buClr>
                <a:schemeClr val="lt2"/>
              </a:buClr>
              <a:buSzPts val="4200"/>
              <a:buNone/>
              <a:defRPr sz="4200">
                <a:solidFill>
                  <a:schemeClr val="lt2"/>
                </a:solidFill>
              </a:defRPr>
            </a:lvl9pPr>
          </a:lstStyle>
          <a:p/>
        </p:txBody>
      </p:sp>
      <p:sp>
        <p:nvSpPr>
          <p:cNvPr id="43" name="Google Shape;43;p9"/>
          <p:cNvSpPr txBox="1"/>
          <p:nvPr>
            <p:ph idx="1" type="subTitle"/>
          </p:nvPr>
        </p:nvSpPr>
        <p:spPr>
          <a:xfrm>
            <a:off x="265500" y="2769001"/>
            <a:ext cx="4045200" cy="13455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44" name="Google Shape;44;p9"/>
          <p:cNvSpPr txBox="1"/>
          <p:nvPr>
            <p:ph idx="2" type="body"/>
          </p:nvPr>
        </p:nvSpPr>
        <p:spPr>
          <a:xfrm>
            <a:off x="4939500" y="724200"/>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Clr>
                <a:schemeClr val="accent1"/>
              </a:buClr>
              <a:buSzPts val="1800"/>
              <a:buChar char="●"/>
              <a:defRPr>
                <a:solidFill>
                  <a:schemeClr val="accent1"/>
                </a:solidFill>
              </a:defRPr>
            </a:lvl1pPr>
            <a:lvl2pPr indent="-317500" lvl="1" marL="914400">
              <a:spcBef>
                <a:spcPts val="0"/>
              </a:spcBef>
              <a:spcAft>
                <a:spcPts val="0"/>
              </a:spcAft>
              <a:buClr>
                <a:schemeClr val="accent1"/>
              </a:buClr>
              <a:buSzPts val="1400"/>
              <a:buChar char="○"/>
              <a:defRPr>
                <a:solidFill>
                  <a:schemeClr val="accent1"/>
                </a:solidFill>
              </a:defRPr>
            </a:lvl2pPr>
            <a:lvl3pPr indent="-317500" lvl="2" marL="1371600">
              <a:spcBef>
                <a:spcPts val="0"/>
              </a:spcBef>
              <a:spcAft>
                <a:spcPts val="0"/>
              </a:spcAft>
              <a:buClr>
                <a:schemeClr val="accent1"/>
              </a:buClr>
              <a:buSzPts val="1400"/>
              <a:buChar char="■"/>
              <a:defRPr>
                <a:solidFill>
                  <a:schemeClr val="accent1"/>
                </a:solidFill>
              </a:defRPr>
            </a:lvl3pPr>
            <a:lvl4pPr indent="-317500" lvl="3" marL="1828800">
              <a:spcBef>
                <a:spcPts val="0"/>
              </a:spcBef>
              <a:spcAft>
                <a:spcPts val="0"/>
              </a:spcAft>
              <a:buClr>
                <a:schemeClr val="accent1"/>
              </a:buClr>
              <a:buSzPts val="1400"/>
              <a:buChar char="●"/>
              <a:defRPr>
                <a:solidFill>
                  <a:schemeClr val="accent1"/>
                </a:solidFill>
              </a:defRPr>
            </a:lvl4pPr>
            <a:lvl5pPr indent="-317500" lvl="4" marL="2286000">
              <a:spcBef>
                <a:spcPts val="0"/>
              </a:spcBef>
              <a:spcAft>
                <a:spcPts val="0"/>
              </a:spcAft>
              <a:buClr>
                <a:schemeClr val="accent1"/>
              </a:buClr>
              <a:buSzPts val="1400"/>
              <a:buChar char="○"/>
              <a:defRPr>
                <a:solidFill>
                  <a:schemeClr val="accent1"/>
                </a:solidFill>
              </a:defRPr>
            </a:lvl5pPr>
            <a:lvl6pPr indent="-317500" lvl="5" marL="2743200">
              <a:spcBef>
                <a:spcPts val="0"/>
              </a:spcBef>
              <a:spcAft>
                <a:spcPts val="0"/>
              </a:spcAft>
              <a:buClr>
                <a:schemeClr val="accent1"/>
              </a:buClr>
              <a:buSzPts val="1400"/>
              <a:buChar char="■"/>
              <a:defRPr>
                <a:solidFill>
                  <a:schemeClr val="accent1"/>
                </a:solidFill>
              </a:defRPr>
            </a:lvl6pPr>
            <a:lvl7pPr indent="-317500" lvl="6" marL="3200400">
              <a:spcBef>
                <a:spcPts val="0"/>
              </a:spcBef>
              <a:spcAft>
                <a:spcPts val="0"/>
              </a:spcAft>
              <a:buClr>
                <a:schemeClr val="accent1"/>
              </a:buClr>
              <a:buSzPts val="1400"/>
              <a:buChar char="●"/>
              <a:defRPr>
                <a:solidFill>
                  <a:schemeClr val="accent1"/>
                </a:solidFill>
              </a:defRPr>
            </a:lvl7pPr>
            <a:lvl8pPr indent="-317500" lvl="7" marL="3657600">
              <a:spcBef>
                <a:spcPts val="0"/>
              </a:spcBef>
              <a:spcAft>
                <a:spcPts val="0"/>
              </a:spcAft>
              <a:buClr>
                <a:schemeClr val="accent1"/>
              </a:buClr>
              <a:buSzPts val="1400"/>
              <a:buChar char="○"/>
              <a:defRPr>
                <a:solidFill>
                  <a:schemeClr val="accent1"/>
                </a:solidFill>
              </a:defRPr>
            </a:lvl8pPr>
            <a:lvl9pPr indent="-317500" lvl="8" marL="4114800">
              <a:spcBef>
                <a:spcPts val="0"/>
              </a:spcBef>
              <a:spcAft>
                <a:spcPts val="0"/>
              </a:spcAft>
              <a:buClr>
                <a:schemeClr val="accent1"/>
              </a:buClr>
              <a:buSzPts val="1400"/>
              <a:buChar char="■"/>
              <a:defRPr>
                <a:solidFill>
                  <a:schemeClr val="accent1"/>
                </a:solidFill>
              </a:defRPr>
            </a:lvl9pPr>
          </a:lstStyle>
          <a:p/>
        </p:txBody>
      </p:sp>
      <p:sp>
        <p:nvSpPr>
          <p:cNvPr id="45" name="Google Shape;45;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solidFill>
                  <a:schemeClr val="accent1"/>
                </a:solidFill>
              </a:defRPr>
            </a:lvl1pPr>
            <a:lvl2pPr lvl="1">
              <a:buNone/>
              <a:defRPr>
                <a:solidFill>
                  <a:schemeClr val="accent1"/>
                </a:solidFill>
              </a:defRPr>
            </a:lvl2pPr>
            <a:lvl3pPr lvl="2">
              <a:buNone/>
              <a:defRPr>
                <a:solidFill>
                  <a:schemeClr val="accent1"/>
                </a:solidFill>
              </a:defRPr>
            </a:lvl3pPr>
            <a:lvl4pPr lvl="3">
              <a:buNone/>
              <a:defRPr>
                <a:solidFill>
                  <a:schemeClr val="accent1"/>
                </a:solidFill>
              </a:defRPr>
            </a:lvl4pPr>
            <a:lvl5pPr lvl="4">
              <a:buNone/>
              <a:defRPr>
                <a:solidFill>
                  <a:schemeClr val="accent1"/>
                </a:solidFill>
              </a:defRPr>
            </a:lvl5pPr>
            <a:lvl6pPr lvl="5">
              <a:buNone/>
              <a:defRPr>
                <a:solidFill>
                  <a:schemeClr val="accent1"/>
                </a:solidFill>
              </a:defRPr>
            </a:lvl6pPr>
            <a:lvl7pPr lvl="6">
              <a:buNone/>
              <a:defRPr>
                <a:solidFill>
                  <a:schemeClr val="accent1"/>
                </a:solidFill>
              </a:defRPr>
            </a:lvl7pPr>
            <a:lvl8pPr lvl="7">
              <a:buNone/>
              <a:defRPr>
                <a:solidFill>
                  <a:schemeClr val="accent1"/>
                </a:solidFill>
              </a:defRPr>
            </a:lvl8pPr>
            <a:lvl9pPr lvl="8">
              <a:buNone/>
              <a:defRPr>
                <a:solidFill>
                  <a:schemeClr val="accen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6" name="Shape 46"/>
        <p:cNvGrpSpPr/>
        <p:nvPr/>
      </p:nvGrpSpPr>
      <p:grpSpPr>
        <a:xfrm>
          <a:off x="0" y="0"/>
          <a:ext cx="0" cy="0"/>
          <a:chOff x="0" y="0"/>
          <a:chExt cx="0" cy="0"/>
        </a:xfrm>
      </p:grpSpPr>
      <p:sp>
        <p:nvSpPr>
          <p:cNvPr id="47" name="Google Shape;47;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8" name="Google Shape;48;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9" name="Shape 49"/>
        <p:cNvGrpSpPr/>
        <p:nvPr/>
      </p:nvGrpSpPr>
      <p:grpSpPr>
        <a:xfrm>
          <a:off x="0" y="0"/>
          <a:ext cx="0" cy="0"/>
          <a:chOff x="0" y="0"/>
          <a:chExt cx="0" cy="0"/>
        </a:xfrm>
      </p:grpSpPr>
      <p:sp>
        <p:nvSpPr>
          <p:cNvPr id="50" name="Google Shape;50;p11"/>
          <p:cNvSpPr txBox="1"/>
          <p:nvPr>
            <p:ph hasCustomPrompt="1" type="title"/>
          </p:nvPr>
        </p:nvSpPr>
        <p:spPr>
          <a:xfrm>
            <a:off x="311700" y="1039650"/>
            <a:ext cx="8520600" cy="2106300"/>
          </a:xfrm>
          <a:prstGeom prst="rect">
            <a:avLst/>
          </a:prstGeom>
        </p:spPr>
        <p:txBody>
          <a:bodyPr anchorCtr="0" anchor="b" bIns="91425" lIns="91425" spcFirstLastPara="1" rIns="91425" wrap="square" tIns="91425">
            <a:normAutofit/>
          </a:bodyPr>
          <a:lstStyle>
            <a:lvl1pPr lvl="0" algn="ctr">
              <a:spcBef>
                <a:spcPts val="0"/>
              </a:spcBef>
              <a:spcAft>
                <a:spcPts val="0"/>
              </a:spcAft>
              <a:buSzPts val="14000"/>
              <a:buNone/>
              <a:defRPr b="1" sz="14000"/>
            </a:lvl1pPr>
            <a:lvl2pPr lvl="1" algn="ctr">
              <a:spcBef>
                <a:spcPts val="0"/>
              </a:spcBef>
              <a:spcAft>
                <a:spcPts val="0"/>
              </a:spcAft>
              <a:buSzPts val="14000"/>
              <a:buNone/>
              <a:defRPr b="1" sz="14000"/>
            </a:lvl2pPr>
            <a:lvl3pPr lvl="2" algn="ctr">
              <a:spcBef>
                <a:spcPts val="0"/>
              </a:spcBef>
              <a:spcAft>
                <a:spcPts val="0"/>
              </a:spcAft>
              <a:buSzPts val="14000"/>
              <a:buNone/>
              <a:defRPr b="1" sz="14000"/>
            </a:lvl3pPr>
            <a:lvl4pPr lvl="3" algn="ctr">
              <a:spcBef>
                <a:spcPts val="0"/>
              </a:spcBef>
              <a:spcAft>
                <a:spcPts val="0"/>
              </a:spcAft>
              <a:buSzPts val="14000"/>
              <a:buNone/>
              <a:defRPr b="1" sz="14000"/>
            </a:lvl4pPr>
            <a:lvl5pPr lvl="4" algn="ctr">
              <a:spcBef>
                <a:spcPts val="0"/>
              </a:spcBef>
              <a:spcAft>
                <a:spcPts val="0"/>
              </a:spcAft>
              <a:buSzPts val="14000"/>
              <a:buNone/>
              <a:defRPr b="1" sz="14000"/>
            </a:lvl5pPr>
            <a:lvl6pPr lvl="5" algn="ctr">
              <a:spcBef>
                <a:spcPts val="0"/>
              </a:spcBef>
              <a:spcAft>
                <a:spcPts val="0"/>
              </a:spcAft>
              <a:buSzPts val="14000"/>
              <a:buNone/>
              <a:defRPr b="1" sz="14000"/>
            </a:lvl6pPr>
            <a:lvl7pPr lvl="6" algn="ctr">
              <a:spcBef>
                <a:spcPts val="0"/>
              </a:spcBef>
              <a:spcAft>
                <a:spcPts val="0"/>
              </a:spcAft>
              <a:buSzPts val="14000"/>
              <a:buNone/>
              <a:defRPr b="1" sz="14000"/>
            </a:lvl7pPr>
            <a:lvl8pPr lvl="7" algn="ctr">
              <a:spcBef>
                <a:spcPts val="0"/>
              </a:spcBef>
              <a:spcAft>
                <a:spcPts val="0"/>
              </a:spcAft>
              <a:buSzPts val="14000"/>
              <a:buNone/>
              <a:defRPr b="1" sz="14000"/>
            </a:lvl8pPr>
            <a:lvl9pPr lvl="8" algn="ctr">
              <a:spcBef>
                <a:spcPts val="0"/>
              </a:spcBef>
              <a:spcAft>
                <a:spcPts val="0"/>
              </a:spcAft>
              <a:buSzPts val="14000"/>
              <a:buNone/>
              <a:defRPr b="1" sz="14000"/>
            </a:lvl9pPr>
          </a:lstStyle>
          <a:p>
            <a:r>
              <a:t>xx%</a:t>
            </a:r>
          </a:p>
        </p:txBody>
      </p:sp>
      <p:sp>
        <p:nvSpPr>
          <p:cNvPr id="51" name="Google Shape;51;p11"/>
          <p:cNvSpPr txBox="1"/>
          <p:nvPr>
            <p:ph idx="1" type="body"/>
          </p:nvPr>
        </p:nvSpPr>
        <p:spPr>
          <a:xfrm>
            <a:off x="311700" y="32284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52" name="Google Shape;52;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3" name="Shape 53"/>
        <p:cNvGrpSpPr/>
        <p:nvPr/>
      </p:nvGrpSpPr>
      <p:grpSpPr>
        <a:xfrm>
          <a:off x="0" y="0"/>
          <a:ext cx="0" cy="0"/>
          <a:chOff x="0" y="0"/>
          <a:chExt cx="0" cy="0"/>
        </a:xfrm>
      </p:grpSpPr>
      <p:sp>
        <p:nvSpPr>
          <p:cNvPr id="54" name="Google Shape;54;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paperback">
    <p:bg>
      <p:bgPr>
        <a:solidFill>
          <a:schemeClr val="accen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6132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3000"/>
              <a:buFont typeface="Old Standard TT"/>
              <a:buNone/>
              <a:defRPr sz="3000">
                <a:solidFill>
                  <a:schemeClr val="dk1"/>
                </a:solidFill>
                <a:latin typeface="Old Standard TT"/>
                <a:ea typeface="Old Standard TT"/>
                <a:cs typeface="Old Standard TT"/>
                <a:sym typeface="Old Standard TT"/>
              </a:defRPr>
            </a:lvl1pPr>
            <a:lvl2pPr lvl="1">
              <a:spcBef>
                <a:spcPts val="0"/>
              </a:spcBef>
              <a:spcAft>
                <a:spcPts val="0"/>
              </a:spcAft>
              <a:buClr>
                <a:schemeClr val="dk1"/>
              </a:buClr>
              <a:buSzPts val="3000"/>
              <a:buFont typeface="Old Standard TT"/>
              <a:buNone/>
              <a:defRPr sz="3000">
                <a:solidFill>
                  <a:schemeClr val="dk1"/>
                </a:solidFill>
                <a:latin typeface="Old Standard TT"/>
                <a:ea typeface="Old Standard TT"/>
                <a:cs typeface="Old Standard TT"/>
                <a:sym typeface="Old Standard TT"/>
              </a:defRPr>
            </a:lvl2pPr>
            <a:lvl3pPr lvl="2">
              <a:spcBef>
                <a:spcPts val="0"/>
              </a:spcBef>
              <a:spcAft>
                <a:spcPts val="0"/>
              </a:spcAft>
              <a:buClr>
                <a:schemeClr val="dk1"/>
              </a:buClr>
              <a:buSzPts val="3000"/>
              <a:buFont typeface="Old Standard TT"/>
              <a:buNone/>
              <a:defRPr sz="3000">
                <a:solidFill>
                  <a:schemeClr val="dk1"/>
                </a:solidFill>
                <a:latin typeface="Old Standard TT"/>
                <a:ea typeface="Old Standard TT"/>
                <a:cs typeface="Old Standard TT"/>
                <a:sym typeface="Old Standard TT"/>
              </a:defRPr>
            </a:lvl3pPr>
            <a:lvl4pPr lvl="3">
              <a:spcBef>
                <a:spcPts val="0"/>
              </a:spcBef>
              <a:spcAft>
                <a:spcPts val="0"/>
              </a:spcAft>
              <a:buClr>
                <a:schemeClr val="dk1"/>
              </a:buClr>
              <a:buSzPts val="3000"/>
              <a:buFont typeface="Old Standard TT"/>
              <a:buNone/>
              <a:defRPr sz="3000">
                <a:solidFill>
                  <a:schemeClr val="dk1"/>
                </a:solidFill>
                <a:latin typeface="Old Standard TT"/>
                <a:ea typeface="Old Standard TT"/>
                <a:cs typeface="Old Standard TT"/>
                <a:sym typeface="Old Standard TT"/>
              </a:defRPr>
            </a:lvl4pPr>
            <a:lvl5pPr lvl="4">
              <a:spcBef>
                <a:spcPts val="0"/>
              </a:spcBef>
              <a:spcAft>
                <a:spcPts val="0"/>
              </a:spcAft>
              <a:buClr>
                <a:schemeClr val="dk1"/>
              </a:buClr>
              <a:buSzPts val="3000"/>
              <a:buFont typeface="Old Standard TT"/>
              <a:buNone/>
              <a:defRPr sz="3000">
                <a:solidFill>
                  <a:schemeClr val="dk1"/>
                </a:solidFill>
                <a:latin typeface="Old Standard TT"/>
                <a:ea typeface="Old Standard TT"/>
                <a:cs typeface="Old Standard TT"/>
                <a:sym typeface="Old Standard TT"/>
              </a:defRPr>
            </a:lvl5pPr>
            <a:lvl6pPr lvl="5">
              <a:spcBef>
                <a:spcPts val="0"/>
              </a:spcBef>
              <a:spcAft>
                <a:spcPts val="0"/>
              </a:spcAft>
              <a:buClr>
                <a:schemeClr val="dk1"/>
              </a:buClr>
              <a:buSzPts val="3000"/>
              <a:buFont typeface="Old Standard TT"/>
              <a:buNone/>
              <a:defRPr sz="3000">
                <a:solidFill>
                  <a:schemeClr val="dk1"/>
                </a:solidFill>
                <a:latin typeface="Old Standard TT"/>
                <a:ea typeface="Old Standard TT"/>
                <a:cs typeface="Old Standard TT"/>
                <a:sym typeface="Old Standard TT"/>
              </a:defRPr>
            </a:lvl6pPr>
            <a:lvl7pPr lvl="6">
              <a:spcBef>
                <a:spcPts val="0"/>
              </a:spcBef>
              <a:spcAft>
                <a:spcPts val="0"/>
              </a:spcAft>
              <a:buClr>
                <a:schemeClr val="dk1"/>
              </a:buClr>
              <a:buSzPts val="3000"/>
              <a:buFont typeface="Old Standard TT"/>
              <a:buNone/>
              <a:defRPr sz="3000">
                <a:solidFill>
                  <a:schemeClr val="dk1"/>
                </a:solidFill>
                <a:latin typeface="Old Standard TT"/>
                <a:ea typeface="Old Standard TT"/>
                <a:cs typeface="Old Standard TT"/>
                <a:sym typeface="Old Standard TT"/>
              </a:defRPr>
            </a:lvl7pPr>
            <a:lvl8pPr lvl="7">
              <a:spcBef>
                <a:spcPts val="0"/>
              </a:spcBef>
              <a:spcAft>
                <a:spcPts val="0"/>
              </a:spcAft>
              <a:buClr>
                <a:schemeClr val="dk1"/>
              </a:buClr>
              <a:buSzPts val="3000"/>
              <a:buFont typeface="Old Standard TT"/>
              <a:buNone/>
              <a:defRPr sz="3000">
                <a:solidFill>
                  <a:schemeClr val="dk1"/>
                </a:solidFill>
                <a:latin typeface="Old Standard TT"/>
                <a:ea typeface="Old Standard TT"/>
                <a:cs typeface="Old Standard TT"/>
                <a:sym typeface="Old Standard TT"/>
              </a:defRPr>
            </a:lvl8pPr>
            <a:lvl9pPr lvl="8">
              <a:spcBef>
                <a:spcPts val="0"/>
              </a:spcBef>
              <a:spcAft>
                <a:spcPts val="0"/>
              </a:spcAft>
              <a:buClr>
                <a:schemeClr val="dk1"/>
              </a:buClr>
              <a:buSzPts val="3000"/>
              <a:buFont typeface="Old Standard TT"/>
              <a:buNone/>
              <a:defRPr sz="3000">
                <a:solidFill>
                  <a:schemeClr val="dk1"/>
                </a:solidFill>
                <a:latin typeface="Old Standard TT"/>
                <a:ea typeface="Old Standard TT"/>
                <a:cs typeface="Old Standard TT"/>
                <a:sym typeface="Old Standard TT"/>
              </a:defRPr>
            </a:lvl9pPr>
          </a:lstStyle>
          <a:p/>
        </p:txBody>
      </p:sp>
      <p:sp>
        <p:nvSpPr>
          <p:cNvPr id="7" name="Google Shape;7;p1"/>
          <p:cNvSpPr txBox="1"/>
          <p:nvPr>
            <p:ph idx="1" type="body"/>
          </p:nvPr>
        </p:nvSpPr>
        <p:spPr>
          <a:xfrm>
            <a:off x="311700" y="1171600"/>
            <a:ext cx="8520600" cy="33972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1"/>
              </a:buClr>
              <a:buSzPts val="1800"/>
              <a:buFont typeface="Old Standard TT"/>
              <a:buChar char="●"/>
              <a:defRPr sz="1800">
                <a:solidFill>
                  <a:schemeClr val="dk1"/>
                </a:solidFill>
                <a:latin typeface="Old Standard TT"/>
                <a:ea typeface="Old Standard TT"/>
                <a:cs typeface="Old Standard TT"/>
                <a:sym typeface="Old Standard TT"/>
              </a:defRPr>
            </a:lvl1pPr>
            <a:lvl2pPr indent="-317500" lvl="1" marL="914400">
              <a:lnSpc>
                <a:spcPct val="115000"/>
              </a:lnSpc>
              <a:spcBef>
                <a:spcPts val="0"/>
              </a:spcBef>
              <a:spcAft>
                <a:spcPts val="0"/>
              </a:spcAft>
              <a:buClr>
                <a:schemeClr val="dk1"/>
              </a:buClr>
              <a:buSzPts val="1400"/>
              <a:buFont typeface="Old Standard TT"/>
              <a:buChar char="○"/>
              <a:defRPr>
                <a:solidFill>
                  <a:schemeClr val="dk1"/>
                </a:solidFill>
                <a:latin typeface="Old Standard TT"/>
                <a:ea typeface="Old Standard TT"/>
                <a:cs typeface="Old Standard TT"/>
                <a:sym typeface="Old Standard TT"/>
              </a:defRPr>
            </a:lvl2pPr>
            <a:lvl3pPr indent="-317500" lvl="2" marL="1371600">
              <a:lnSpc>
                <a:spcPct val="115000"/>
              </a:lnSpc>
              <a:spcBef>
                <a:spcPts val="0"/>
              </a:spcBef>
              <a:spcAft>
                <a:spcPts val="0"/>
              </a:spcAft>
              <a:buClr>
                <a:schemeClr val="dk1"/>
              </a:buClr>
              <a:buSzPts val="1400"/>
              <a:buFont typeface="Old Standard TT"/>
              <a:buChar char="■"/>
              <a:defRPr>
                <a:solidFill>
                  <a:schemeClr val="dk1"/>
                </a:solidFill>
                <a:latin typeface="Old Standard TT"/>
                <a:ea typeface="Old Standard TT"/>
                <a:cs typeface="Old Standard TT"/>
                <a:sym typeface="Old Standard TT"/>
              </a:defRPr>
            </a:lvl3pPr>
            <a:lvl4pPr indent="-317500" lvl="3" marL="1828800">
              <a:lnSpc>
                <a:spcPct val="115000"/>
              </a:lnSpc>
              <a:spcBef>
                <a:spcPts val="0"/>
              </a:spcBef>
              <a:spcAft>
                <a:spcPts val="0"/>
              </a:spcAft>
              <a:buClr>
                <a:schemeClr val="dk1"/>
              </a:buClr>
              <a:buSzPts val="1400"/>
              <a:buFont typeface="Old Standard TT"/>
              <a:buChar char="●"/>
              <a:defRPr>
                <a:solidFill>
                  <a:schemeClr val="dk1"/>
                </a:solidFill>
                <a:latin typeface="Old Standard TT"/>
                <a:ea typeface="Old Standard TT"/>
                <a:cs typeface="Old Standard TT"/>
                <a:sym typeface="Old Standard TT"/>
              </a:defRPr>
            </a:lvl4pPr>
            <a:lvl5pPr indent="-317500" lvl="4" marL="2286000">
              <a:lnSpc>
                <a:spcPct val="115000"/>
              </a:lnSpc>
              <a:spcBef>
                <a:spcPts val="0"/>
              </a:spcBef>
              <a:spcAft>
                <a:spcPts val="0"/>
              </a:spcAft>
              <a:buClr>
                <a:schemeClr val="dk1"/>
              </a:buClr>
              <a:buSzPts val="1400"/>
              <a:buFont typeface="Old Standard TT"/>
              <a:buChar char="○"/>
              <a:defRPr>
                <a:solidFill>
                  <a:schemeClr val="dk1"/>
                </a:solidFill>
                <a:latin typeface="Old Standard TT"/>
                <a:ea typeface="Old Standard TT"/>
                <a:cs typeface="Old Standard TT"/>
                <a:sym typeface="Old Standard TT"/>
              </a:defRPr>
            </a:lvl5pPr>
            <a:lvl6pPr indent="-317500" lvl="5" marL="2743200">
              <a:lnSpc>
                <a:spcPct val="115000"/>
              </a:lnSpc>
              <a:spcBef>
                <a:spcPts val="0"/>
              </a:spcBef>
              <a:spcAft>
                <a:spcPts val="0"/>
              </a:spcAft>
              <a:buClr>
                <a:schemeClr val="dk1"/>
              </a:buClr>
              <a:buSzPts val="1400"/>
              <a:buFont typeface="Old Standard TT"/>
              <a:buChar char="■"/>
              <a:defRPr>
                <a:solidFill>
                  <a:schemeClr val="dk1"/>
                </a:solidFill>
                <a:latin typeface="Old Standard TT"/>
                <a:ea typeface="Old Standard TT"/>
                <a:cs typeface="Old Standard TT"/>
                <a:sym typeface="Old Standard TT"/>
              </a:defRPr>
            </a:lvl6pPr>
            <a:lvl7pPr indent="-317500" lvl="6" marL="3200400">
              <a:lnSpc>
                <a:spcPct val="115000"/>
              </a:lnSpc>
              <a:spcBef>
                <a:spcPts val="0"/>
              </a:spcBef>
              <a:spcAft>
                <a:spcPts val="0"/>
              </a:spcAft>
              <a:buClr>
                <a:schemeClr val="dk1"/>
              </a:buClr>
              <a:buSzPts val="1400"/>
              <a:buFont typeface="Old Standard TT"/>
              <a:buChar char="●"/>
              <a:defRPr>
                <a:solidFill>
                  <a:schemeClr val="dk1"/>
                </a:solidFill>
                <a:latin typeface="Old Standard TT"/>
                <a:ea typeface="Old Standard TT"/>
                <a:cs typeface="Old Standard TT"/>
                <a:sym typeface="Old Standard TT"/>
              </a:defRPr>
            </a:lvl7pPr>
            <a:lvl8pPr indent="-317500" lvl="7" marL="3657600">
              <a:lnSpc>
                <a:spcPct val="115000"/>
              </a:lnSpc>
              <a:spcBef>
                <a:spcPts val="0"/>
              </a:spcBef>
              <a:spcAft>
                <a:spcPts val="0"/>
              </a:spcAft>
              <a:buClr>
                <a:schemeClr val="dk1"/>
              </a:buClr>
              <a:buSzPts val="1400"/>
              <a:buFont typeface="Old Standard TT"/>
              <a:buChar char="○"/>
              <a:defRPr>
                <a:solidFill>
                  <a:schemeClr val="dk1"/>
                </a:solidFill>
                <a:latin typeface="Old Standard TT"/>
                <a:ea typeface="Old Standard TT"/>
                <a:cs typeface="Old Standard TT"/>
                <a:sym typeface="Old Standard TT"/>
              </a:defRPr>
            </a:lvl8pPr>
            <a:lvl9pPr indent="-317500" lvl="8" marL="4114800">
              <a:lnSpc>
                <a:spcPct val="115000"/>
              </a:lnSpc>
              <a:spcBef>
                <a:spcPts val="0"/>
              </a:spcBef>
              <a:spcAft>
                <a:spcPts val="0"/>
              </a:spcAft>
              <a:buClr>
                <a:schemeClr val="dk1"/>
              </a:buClr>
              <a:buSzPts val="1400"/>
              <a:buFont typeface="Old Standard TT"/>
              <a:buChar char="■"/>
              <a:defRPr>
                <a:solidFill>
                  <a:schemeClr val="dk1"/>
                </a:solidFill>
                <a:latin typeface="Old Standard TT"/>
                <a:ea typeface="Old Standard TT"/>
                <a:cs typeface="Old Standard TT"/>
                <a:sym typeface="Old Standard TT"/>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1"/>
                </a:solidFill>
                <a:latin typeface="Old Standard TT"/>
                <a:ea typeface="Old Standard TT"/>
                <a:cs typeface="Old Standard TT"/>
                <a:sym typeface="Old Standard TT"/>
              </a:defRPr>
            </a:lvl1pPr>
            <a:lvl2pPr lvl="1" algn="r">
              <a:buNone/>
              <a:defRPr sz="1000">
                <a:solidFill>
                  <a:schemeClr val="dk1"/>
                </a:solidFill>
                <a:latin typeface="Old Standard TT"/>
                <a:ea typeface="Old Standard TT"/>
                <a:cs typeface="Old Standard TT"/>
                <a:sym typeface="Old Standard TT"/>
              </a:defRPr>
            </a:lvl2pPr>
            <a:lvl3pPr lvl="2" algn="r">
              <a:buNone/>
              <a:defRPr sz="1000">
                <a:solidFill>
                  <a:schemeClr val="dk1"/>
                </a:solidFill>
                <a:latin typeface="Old Standard TT"/>
                <a:ea typeface="Old Standard TT"/>
                <a:cs typeface="Old Standard TT"/>
                <a:sym typeface="Old Standard TT"/>
              </a:defRPr>
            </a:lvl3pPr>
            <a:lvl4pPr lvl="3" algn="r">
              <a:buNone/>
              <a:defRPr sz="1000">
                <a:solidFill>
                  <a:schemeClr val="dk1"/>
                </a:solidFill>
                <a:latin typeface="Old Standard TT"/>
                <a:ea typeface="Old Standard TT"/>
                <a:cs typeface="Old Standard TT"/>
                <a:sym typeface="Old Standard TT"/>
              </a:defRPr>
            </a:lvl4pPr>
            <a:lvl5pPr lvl="4" algn="r">
              <a:buNone/>
              <a:defRPr sz="1000">
                <a:solidFill>
                  <a:schemeClr val="dk1"/>
                </a:solidFill>
                <a:latin typeface="Old Standard TT"/>
                <a:ea typeface="Old Standard TT"/>
                <a:cs typeface="Old Standard TT"/>
                <a:sym typeface="Old Standard TT"/>
              </a:defRPr>
            </a:lvl5pPr>
            <a:lvl6pPr lvl="5" algn="r">
              <a:buNone/>
              <a:defRPr sz="1000">
                <a:solidFill>
                  <a:schemeClr val="dk1"/>
                </a:solidFill>
                <a:latin typeface="Old Standard TT"/>
                <a:ea typeface="Old Standard TT"/>
                <a:cs typeface="Old Standard TT"/>
                <a:sym typeface="Old Standard TT"/>
              </a:defRPr>
            </a:lvl6pPr>
            <a:lvl7pPr lvl="6" algn="r">
              <a:buNone/>
              <a:defRPr sz="1000">
                <a:solidFill>
                  <a:schemeClr val="dk1"/>
                </a:solidFill>
                <a:latin typeface="Old Standard TT"/>
                <a:ea typeface="Old Standard TT"/>
                <a:cs typeface="Old Standard TT"/>
                <a:sym typeface="Old Standard TT"/>
              </a:defRPr>
            </a:lvl7pPr>
            <a:lvl8pPr lvl="7" algn="r">
              <a:buNone/>
              <a:defRPr sz="1000">
                <a:solidFill>
                  <a:schemeClr val="dk1"/>
                </a:solidFill>
                <a:latin typeface="Old Standard TT"/>
                <a:ea typeface="Old Standard TT"/>
                <a:cs typeface="Old Standard TT"/>
                <a:sym typeface="Old Standard TT"/>
              </a:defRPr>
            </a:lvl8pPr>
            <a:lvl9pPr lvl="8" algn="r">
              <a:buNone/>
              <a:defRPr sz="1000">
                <a:solidFill>
                  <a:schemeClr val="dk1"/>
                </a:solidFill>
                <a:latin typeface="Old Standard TT"/>
                <a:ea typeface="Old Standard TT"/>
                <a:cs typeface="Old Standard TT"/>
                <a:sym typeface="Old Standard TT"/>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5.png"/><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 name="Shape 58"/>
        <p:cNvGrpSpPr/>
        <p:nvPr/>
      </p:nvGrpSpPr>
      <p:grpSpPr>
        <a:xfrm>
          <a:off x="0" y="0"/>
          <a:ext cx="0" cy="0"/>
          <a:chOff x="0" y="0"/>
          <a:chExt cx="0" cy="0"/>
        </a:xfrm>
      </p:grpSpPr>
      <p:sp>
        <p:nvSpPr>
          <p:cNvPr id="59" name="Google Shape;59;p13"/>
          <p:cNvSpPr txBox="1"/>
          <p:nvPr>
            <p:ph type="ctrTitle"/>
          </p:nvPr>
        </p:nvSpPr>
        <p:spPr>
          <a:xfrm>
            <a:off x="512700" y="1893300"/>
            <a:ext cx="8118600" cy="1522800"/>
          </a:xfrm>
          <a:prstGeom prst="rect">
            <a:avLst/>
          </a:prstGeom>
        </p:spPr>
        <p:txBody>
          <a:bodyPr anchorCtr="0" anchor="b" bIns="91425" lIns="91425" spcFirstLastPara="1" rIns="91425" wrap="square" tIns="91425">
            <a:normAutofit fontScale="90000"/>
          </a:bodyPr>
          <a:lstStyle/>
          <a:p>
            <a:pPr indent="0" lvl="0" marL="0" rtl="0" algn="l">
              <a:spcBef>
                <a:spcPts val="0"/>
              </a:spcBef>
              <a:spcAft>
                <a:spcPts val="0"/>
              </a:spcAft>
              <a:buNone/>
            </a:pPr>
            <a:r>
              <a:rPr lang="en"/>
              <a:t>The Holy Cross: History, Significance, and Christian Doctrine</a:t>
            </a:r>
            <a:endParaRPr/>
          </a:p>
        </p:txBody>
      </p:sp>
      <p:sp>
        <p:nvSpPr>
          <p:cNvPr id="60" name="Google Shape;60;p13"/>
          <p:cNvSpPr txBox="1"/>
          <p:nvPr>
            <p:ph idx="1" type="subTitle"/>
          </p:nvPr>
        </p:nvSpPr>
        <p:spPr>
          <a:xfrm>
            <a:off x="512700" y="3840639"/>
            <a:ext cx="8118600" cy="787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A Lesson on the Importance of the Cross in Christianity</a:t>
            </a:r>
            <a:endParaRPr/>
          </a:p>
        </p:txBody>
      </p:sp>
      <p:sp>
        <p:nvSpPr>
          <p:cNvPr id="61" name="TextBox 60"/>
          <p:cNvSpPr txBox="1"/>
          <p:nvPr/>
        </p:nvSpPr>
        <p:spPr>
          <a:xfrm>
            <a:off x="2286000" y="4371975"/>
            <a:ext cx="4572000" cy="514350"/>
          </a:xfrm>
          <a:prstGeom prst="rect">
            <a:avLst/>
          </a:prstGeom>
          <a:noFill/>
        </p:spPr>
        <p:txBody>
          <a:bodyPr wrap="none">
            <a:spAutoFit/>
          </a:bodyPr>
          <a:lstStyle/>
          <a:p>
            <a:pPr algn="ctr"/>
            <a:r>
              <a:rPr sz="1800" i="1">
                <a:solidFill>
                  <a:srgbClr val="FFFFFF"/>
                </a:solidFill>
              </a:rPr>
              <a:t>By Dn Yonnas</a:t>
            </a: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 name="Shape 64"/>
        <p:cNvGrpSpPr/>
        <p:nvPr/>
      </p:nvGrpSpPr>
      <p:grpSpPr>
        <a:xfrm>
          <a:off x="0" y="0"/>
          <a:ext cx="0" cy="0"/>
          <a:chOff x="0" y="0"/>
          <a:chExt cx="0" cy="0"/>
        </a:xfrm>
      </p:grpSpPr>
      <p:sp>
        <p:nvSpPr>
          <p:cNvPr id="65" name="Google Shape;65;p14"/>
          <p:cNvSpPr txBox="1"/>
          <p:nvPr>
            <p:ph type="title"/>
          </p:nvPr>
        </p:nvSpPr>
        <p:spPr>
          <a:xfrm>
            <a:off x="311700" y="445025"/>
            <a:ext cx="8520600" cy="6132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From Execution to Emblem</a:t>
            </a:r>
            <a:endParaRPr/>
          </a:p>
        </p:txBody>
      </p:sp>
      <p:sp>
        <p:nvSpPr>
          <p:cNvPr id="66" name="Google Shape;66;p14"/>
          <p:cNvSpPr txBox="1"/>
          <p:nvPr>
            <p:ph idx="1" type="body"/>
          </p:nvPr>
        </p:nvSpPr>
        <p:spPr>
          <a:xfrm>
            <a:off x="311700" y="1348425"/>
            <a:ext cx="8520600" cy="3220500"/>
          </a:xfrm>
          <a:prstGeom prst="rect">
            <a:avLst/>
          </a:prstGeom>
        </p:spPr>
        <p:txBody>
          <a:bodyPr anchorCtr="0" anchor="t" bIns="91425" lIns="91425" spcFirstLastPara="1" rIns="91425" wrap="square" tIns="91425">
            <a:normAutofit lnSpcReduction="10000"/>
          </a:bodyPr>
          <a:lstStyle/>
          <a:p>
            <a:pPr indent="0" lvl="0" marL="0" rtl="0" algn="l">
              <a:spcBef>
                <a:spcPts val="1200"/>
              </a:spcBef>
              <a:spcAft>
                <a:spcPts val="0"/>
              </a:spcAft>
              <a:buClr>
                <a:schemeClr val="dk1"/>
              </a:buClr>
              <a:buSzPts val="1100"/>
              <a:buFont typeface="Arial"/>
              <a:buNone/>
            </a:pPr>
            <a:r>
              <a:rPr b="1" lang="en" sz="1200">
                <a:solidFill>
                  <a:schemeClr val="dk1"/>
                </a:solidFill>
              </a:rPr>
              <a:t>Historical Context:</a:t>
            </a:r>
            <a:endParaRPr b="1" sz="1200">
              <a:solidFill>
                <a:schemeClr val="dk1"/>
              </a:solidFill>
            </a:endParaRPr>
          </a:p>
          <a:p>
            <a:pPr indent="-304800" lvl="0" marL="457200" rtl="0" algn="l">
              <a:spcBef>
                <a:spcPts val="1200"/>
              </a:spcBef>
              <a:spcAft>
                <a:spcPts val="0"/>
              </a:spcAft>
              <a:buClr>
                <a:schemeClr val="dk1"/>
              </a:buClr>
              <a:buSzPts val="1200"/>
              <a:buChar char="●"/>
            </a:pPr>
            <a:r>
              <a:rPr lang="en" sz="1200">
                <a:solidFill>
                  <a:schemeClr val="dk1"/>
                </a:solidFill>
              </a:rPr>
              <a:t>The cross was originally a brutal instrument of Roman execution—designed for degrading, despising, and torturing criminals.</a:t>
            </a:r>
            <a:endParaRPr sz="1200">
              <a:solidFill>
                <a:schemeClr val="dk1"/>
              </a:solidFill>
            </a:endParaRPr>
          </a:p>
          <a:p>
            <a:pPr indent="0" lvl="0" marL="0" rtl="0" algn="l">
              <a:spcBef>
                <a:spcPts val="1200"/>
              </a:spcBef>
              <a:spcAft>
                <a:spcPts val="0"/>
              </a:spcAft>
              <a:buClr>
                <a:schemeClr val="dk1"/>
              </a:buClr>
              <a:buSzPts val="1100"/>
              <a:buFont typeface="Arial"/>
              <a:buNone/>
            </a:pPr>
            <a:r>
              <a:rPr b="1" lang="en" sz="1200">
                <a:solidFill>
                  <a:schemeClr val="dk1"/>
                </a:solidFill>
              </a:rPr>
              <a:t>Transformation:</a:t>
            </a:r>
            <a:endParaRPr b="1" sz="1200">
              <a:solidFill>
                <a:schemeClr val="dk1"/>
              </a:solidFill>
            </a:endParaRPr>
          </a:p>
          <a:p>
            <a:pPr indent="-304800" lvl="0" marL="457200" rtl="0" algn="l">
              <a:spcBef>
                <a:spcPts val="1200"/>
              </a:spcBef>
              <a:spcAft>
                <a:spcPts val="0"/>
              </a:spcAft>
              <a:buClr>
                <a:schemeClr val="dk1"/>
              </a:buClr>
              <a:buSzPts val="1200"/>
              <a:buChar char="●"/>
            </a:pPr>
            <a:r>
              <a:rPr lang="en" sz="1200">
                <a:solidFill>
                  <a:schemeClr val="dk1"/>
                </a:solidFill>
              </a:rPr>
              <a:t>Despite its grim origins, the cross became a symbol of dignity, pride, and salvation.</a:t>
            </a:r>
            <a:endParaRPr sz="1200">
              <a:solidFill>
                <a:schemeClr val="dk1"/>
              </a:solidFill>
            </a:endParaRPr>
          </a:p>
          <a:p>
            <a:pPr indent="-304800" lvl="0" marL="457200" rtl="0" algn="l">
              <a:spcBef>
                <a:spcPts val="0"/>
              </a:spcBef>
              <a:spcAft>
                <a:spcPts val="0"/>
              </a:spcAft>
              <a:buClr>
                <a:schemeClr val="dk1"/>
              </a:buClr>
              <a:buSzPts val="1200"/>
              <a:buChar char="●"/>
            </a:pPr>
            <a:r>
              <a:rPr lang="en" sz="1200">
                <a:solidFill>
                  <a:schemeClr val="dk1"/>
                </a:solidFill>
              </a:rPr>
              <a:t>It is now raised high over churches, featured on church towers, domes, and temple veils.</a:t>
            </a:r>
            <a:endParaRPr sz="1200">
              <a:solidFill>
                <a:schemeClr val="dk1"/>
              </a:solidFill>
            </a:endParaRPr>
          </a:p>
          <a:p>
            <a:pPr indent="0" lvl="0" marL="0" rtl="0" algn="l">
              <a:spcBef>
                <a:spcPts val="1200"/>
              </a:spcBef>
              <a:spcAft>
                <a:spcPts val="0"/>
              </a:spcAft>
              <a:buClr>
                <a:schemeClr val="dk1"/>
              </a:buClr>
              <a:buSzPts val="1100"/>
              <a:buFont typeface="Arial"/>
              <a:buNone/>
            </a:pPr>
            <a:r>
              <a:rPr b="1" lang="en" sz="1200">
                <a:solidFill>
                  <a:schemeClr val="dk1"/>
                </a:solidFill>
              </a:rPr>
              <a:t>Symbolic Meaning:</a:t>
            </a:r>
            <a:endParaRPr b="1" sz="1200">
              <a:solidFill>
                <a:schemeClr val="dk1"/>
              </a:solidFill>
            </a:endParaRPr>
          </a:p>
          <a:p>
            <a:pPr indent="-304800" lvl="0" marL="457200" rtl="0" algn="l">
              <a:spcBef>
                <a:spcPts val="1200"/>
              </a:spcBef>
              <a:spcAft>
                <a:spcPts val="0"/>
              </a:spcAft>
              <a:buClr>
                <a:schemeClr val="dk1"/>
              </a:buClr>
              <a:buSzPts val="1200"/>
              <a:buChar char="●"/>
            </a:pPr>
            <a:r>
              <a:rPr lang="en" sz="1200">
                <a:solidFill>
                  <a:schemeClr val="dk1"/>
                </a:solidFill>
              </a:rPr>
              <a:t>Today, the cross stands as the emblem of Christianity and a declaration of faith.</a:t>
            </a:r>
            <a:endParaRPr sz="1200">
              <a:solidFill>
                <a:schemeClr val="dk1"/>
              </a:solidFill>
            </a:endParaRPr>
          </a:p>
          <a:p>
            <a:pPr indent="0" lvl="0" marL="457200" rtl="0" algn="l">
              <a:spcBef>
                <a:spcPts val="1200"/>
              </a:spcBef>
              <a:spcAft>
                <a:spcPts val="0"/>
              </a:spcAft>
              <a:buNone/>
            </a:pPr>
            <a:r>
              <a:t/>
            </a:r>
            <a:endParaRPr b="1" sz="1100">
              <a:solidFill>
                <a:schemeClr val="dk1"/>
              </a:solidFill>
            </a:endParaRPr>
          </a:p>
          <a:p>
            <a:pPr indent="0" lvl="0" marL="0" rtl="0" algn="l">
              <a:spcBef>
                <a:spcPts val="1200"/>
              </a:spcBef>
              <a:spcAft>
                <a:spcPts val="1200"/>
              </a:spcAft>
              <a:buNone/>
            </a:pPr>
            <a:r>
              <a:t/>
            </a:r>
            <a:endParaRPr sz="1350">
              <a:solidFill>
                <a:schemeClr val="dk1"/>
              </a:solidFill>
            </a:endParaRPr>
          </a:p>
        </p:txBody>
      </p:sp>
      <p:pic>
        <p:nvPicPr>
          <p:cNvPr id="67" name="Google Shape;67;p14"/>
          <p:cNvPicPr preferRelativeResize="0"/>
          <p:nvPr/>
        </p:nvPicPr>
        <p:blipFill>
          <a:blip r:embed="rId3">
            <a:alphaModFix/>
          </a:blip>
          <a:stretch>
            <a:fillRect/>
          </a:stretch>
        </p:blipFill>
        <p:spPr>
          <a:xfrm>
            <a:off x="6612675" y="2603675"/>
            <a:ext cx="2438400" cy="243840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 name="Shape 71"/>
        <p:cNvGrpSpPr/>
        <p:nvPr/>
      </p:nvGrpSpPr>
      <p:grpSpPr>
        <a:xfrm>
          <a:off x="0" y="0"/>
          <a:ext cx="0" cy="0"/>
          <a:chOff x="0" y="0"/>
          <a:chExt cx="0" cy="0"/>
        </a:xfrm>
      </p:grpSpPr>
      <p:sp>
        <p:nvSpPr>
          <p:cNvPr id="72" name="Google Shape;72;p15"/>
          <p:cNvSpPr txBox="1"/>
          <p:nvPr>
            <p:ph type="title"/>
          </p:nvPr>
        </p:nvSpPr>
        <p:spPr>
          <a:xfrm>
            <a:off x="311700" y="118350"/>
            <a:ext cx="8520600" cy="6132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Holy Cross in History – Queen Helena’s Journey</a:t>
            </a:r>
            <a:endParaRPr/>
          </a:p>
        </p:txBody>
      </p:sp>
      <p:sp>
        <p:nvSpPr>
          <p:cNvPr id="73" name="Google Shape;73;p15"/>
          <p:cNvSpPr txBox="1"/>
          <p:nvPr>
            <p:ph idx="1" type="body"/>
          </p:nvPr>
        </p:nvSpPr>
        <p:spPr>
          <a:xfrm>
            <a:off x="311700" y="863625"/>
            <a:ext cx="8520600" cy="3791100"/>
          </a:xfrm>
          <a:prstGeom prst="rect">
            <a:avLst/>
          </a:prstGeom>
        </p:spPr>
        <p:txBody>
          <a:bodyPr anchorCtr="0" anchor="t" bIns="91425" lIns="91425" spcFirstLastPara="1" rIns="91425" wrap="square" tIns="91425">
            <a:noAutofit/>
          </a:bodyPr>
          <a:lstStyle/>
          <a:p>
            <a:pPr indent="0" lvl="0" marL="0" rtl="0" algn="l">
              <a:lnSpc>
                <a:spcPct val="105000"/>
              </a:lnSpc>
              <a:spcBef>
                <a:spcPts val="0"/>
              </a:spcBef>
              <a:spcAft>
                <a:spcPts val="0"/>
              </a:spcAft>
              <a:buClr>
                <a:schemeClr val="dk1"/>
              </a:buClr>
              <a:buSzPts val="852"/>
              <a:buFont typeface="Arial"/>
              <a:buNone/>
            </a:pPr>
            <a:r>
              <a:rPr b="1" lang="en" sz="1152">
                <a:solidFill>
                  <a:schemeClr val="dk1"/>
                </a:solidFill>
              </a:rPr>
              <a:t>Queen Helena’s Journey:</a:t>
            </a:r>
            <a:endParaRPr b="1" sz="1152">
              <a:solidFill>
                <a:schemeClr val="dk1"/>
              </a:solidFill>
            </a:endParaRPr>
          </a:p>
          <a:p>
            <a:pPr indent="-301783" lvl="0" marL="457200" rtl="0" algn="l">
              <a:lnSpc>
                <a:spcPct val="105000"/>
              </a:lnSpc>
              <a:spcBef>
                <a:spcPts val="1200"/>
              </a:spcBef>
              <a:spcAft>
                <a:spcPts val="0"/>
              </a:spcAft>
              <a:buClr>
                <a:schemeClr val="dk1"/>
              </a:buClr>
              <a:buSzPts val="1153"/>
              <a:buChar char="●"/>
            </a:pPr>
            <a:r>
              <a:rPr lang="en" sz="1152">
                <a:solidFill>
                  <a:schemeClr val="dk1"/>
                </a:solidFill>
              </a:rPr>
              <a:t>An elderly woman (over 80 years old) set out for Jerusalem after her son’s death.</a:t>
            </a:r>
            <a:endParaRPr sz="1152">
              <a:solidFill>
                <a:schemeClr val="dk1"/>
              </a:solidFill>
            </a:endParaRPr>
          </a:p>
          <a:p>
            <a:pPr indent="-301783" lvl="0" marL="457200" rtl="0" algn="l">
              <a:lnSpc>
                <a:spcPct val="105000"/>
              </a:lnSpc>
              <a:spcBef>
                <a:spcPts val="0"/>
              </a:spcBef>
              <a:spcAft>
                <a:spcPts val="0"/>
              </a:spcAft>
              <a:buClr>
                <a:schemeClr val="dk1"/>
              </a:buClr>
              <a:buSzPts val="1153"/>
              <a:buChar char="●"/>
            </a:pPr>
            <a:r>
              <a:rPr lang="en" sz="1152">
                <a:solidFill>
                  <a:schemeClr val="dk1"/>
                </a:solidFill>
              </a:rPr>
              <a:t>Motivated by a divine vision (or dream), she traveled to the Holy Land to find solace.</a:t>
            </a:r>
            <a:endParaRPr sz="1152">
              <a:solidFill>
                <a:schemeClr val="dk1"/>
              </a:solidFill>
            </a:endParaRPr>
          </a:p>
          <a:p>
            <a:pPr indent="0" lvl="0" marL="0" rtl="0" algn="l">
              <a:lnSpc>
                <a:spcPct val="105000"/>
              </a:lnSpc>
              <a:spcBef>
                <a:spcPts val="1200"/>
              </a:spcBef>
              <a:spcAft>
                <a:spcPts val="0"/>
              </a:spcAft>
              <a:buClr>
                <a:schemeClr val="dk1"/>
              </a:buClr>
              <a:buSzPts val="852"/>
              <a:buFont typeface="Arial"/>
              <a:buNone/>
            </a:pPr>
            <a:r>
              <a:rPr b="1" lang="en" sz="1152">
                <a:solidFill>
                  <a:schemeClr val="dk1"/>
                </a:solidFill>
              </a:rPr>
              <a:t>Discovery at the Holy Tomb:</a:t>
            </a:r>
            <a:endParaRPr b="1" sz="1152">
              <a:solidFill>
                <a:schemeClr val="dk1"/>
              </a:solidFill>
            </a:endParaRPr>
          </a:p>
          <a:p>
            <a:pPr indent="-301783" lvl="0" marL="457200" rtl="0" algn="l">
              <a:lnSpc>
                <a:spcPct val="105000"/>
              </a:lnSpc>
              <a:spcBef>
                <a:spcPts val="1200"/>
              </a:spcBef>
              <a:spcAft>
                <a:spcPts val="0"/>
              </a:spcAft>
              <a:buClr>
                <a:schemeClr val="dk1"/>
              </a:buClr>
              <a:buSzPts val="1153"/>
              <a:buChar char="●"/>
            </a:pPr>
            <a:r>
              <a:rPr lang="en" sz="1152">
                <a:solidFill>
                  <a:schemeClr val="dk1"/>
                </a:solidFill>
              </a:rPr>
              <a:t>Upon arrival, she found the site in ruins—overrun by a pagan temple to Venus.</a:t>
            </a:r>
            <a:endParaRPr sz="1152">
              <a:solidFill>
                <a:schemeClr val="dk1"/>
              </a:solidFill>
            </a:endParaRPr>
          </a:p>
          <a:p>
            <a:pPr indent="-301783" lvl="0" marL="457200" rtl="0" algn="l">
              <a:lnSpc>
                <a:spcPct val="105000"/>
              </a:lnSpc>
              <a:spcBef>
                <a:spcPts val="0"/>
              </a:spcBef>
              <a:spcAft>
                <a:spcPts val="0"/>
              </a:spcAft>
              <a:buClr>
                <a:schemeClr val="dk1"/>
              </a:buClr>
              <a:buSzPts val="1153"/>
              <a:buChar char="●"/>
            </a:pPr>
            <a:r>
              <a:rPr lang="en" sz="1152">
                <a:solidFill>
                  <a:schemeClr val="dk1"/>
                </a:solidFill>
              </a:rPr>
              <a:t>Queen Helena ordered the demolition of the temple and removal of the debris.</a:t>
            </a:r>
            <a:endParaRPr sz="1152">
              <a:solidFill>
                <a:schemeClr val="dk1"/>
              </a:solidFill>
            </a:endParaRPr>
          </a:p>
          <a:p>
            <a:pPr indent="0" lvl="0" marL="0" rtl="0" algn="l">
              <a:lnSpc>
                <a:spcPct val="105000"/>
              </a:lnSpc>
              <a:spcBef>
                <a:spcPts val="1200"/>
              </a:spcBef>
              <a:spcAft>
                <a:spcPts val="0"/>
              </a:spcAft>
              <a:buClr>
                <a:schemeClr val="dk1"/>
              </a:buClr>
              <a:buSzPts val="852"/>
              <a:buFont typeface="Arial"/>
              <a:buNone/>
            </a:pPr>
            <a:r>
              <a:rPr b="1" lang="en" sz="1152">
                <a:solidFill>
                  <a:schemeClr val="dk1"/>
                </a:solidFill>
              </a:rPr>
              <a:t>The Revelation:</a:t>
            </a:r>
            <a:endParaRPr b="1" sz="1152">
              <a:solidFill>
                <a:schemeClr val="dk1"/>
              </a:solidFill>
            </a:endParaRPr>
          </a:p>
          <a:p>
            <a:pPr indent="-301783" lvl="0" marL="457200" rtl="0" algn="l">
              <a:lnSpc>
                <a:spcPct val="105000"/>
              </a:lnSpc>
              <a:spcBef>
                <a:spcPts val="1200"/>
              </a:spcBef>
              <a:spcAft>
                <a:spcPts val="0"/>
              </a:spcAft>
              <a:buClr>
                <a:schemeClr val="dk1"/>
              </a:buClr>
              <a:buSzPts val="1153"/>
              <a:buChar char="●"/>
            </a:pPr>
            <a:r>
              <a:rPr lang="en" sz="1152">
                <a:solidFill>
                  <a:schemeClr val="dk1"/>
                </a:solidFill>
              </a:rPr>
              <a:t>Among three discovered crosses, one bore Pontius Pilate’s inscription, identifying it as the Lord’s Cross.</a:t>
            </a:r>
            <a:endParaRPr sz="1152">
              <a:solidFill>
                <a:schemeClr val="dk1"/>
              </a:solidFill>
            </a:endParaRPr>
          </a:p>
          <a:p>
            <a:pPr indent="-301783" lvl="0" marL="457200" rtl="0" algn="l">
              <a:lnSpc>
                <a:spcPct val="105000"/>
              </a:lnSpc>
              <a:spcBef>
                <a:spcPts val="0"/>
              </a:spcBef>
              <a:spcAft>
                <a:spcPts val="0"/>
              </a:spcAft>
              <a:buClr>
                <a:schemeClr val="dk1"/>
              </a:buClr>
              <a:buSzPts val="1153"/>
              <a:buChar char="●"/>
            </a:pPr>
            <a:r>
              <a:rPr lang="en" sz="1152">
                <a:solidFill>
                  <a:schemeClr val="dk1"/>
                </a:solidFill>
              </a:rPr>
              <a:t>She also found the nails used to crucify Christ.</a:t>
            </a:r>
            <a:endParaRPr sz="1152">
              <a:solidFill>
                <a:schemeClr val="dk1"/>
              </a:solidFill>
            </a:endParaRPr>
          </a:p>
          <a:p>
            <a:pPr indent="-301783" lvl="0" marL="457200" rtl="0" algn="l">
              <a:lnSpc>
                <a:spcPct val="105000"/>
              </a:lnSpc>
              <a:spcBef>
                <a:spcPts val="0"/>
              </a:spcBef>
              <a:spcAft>
                <a:spcPts val="0"/>
              </a:spcAft>
              <a:buClr>
                <a:schemeClr val="dk1"/>
              </a:buClr>
              <a:buSzPts val="1153"/>
              <a:buChar char="●"/>
            </a:pPr>
            <a:r>
              <a:rPr lang="en" sz="1152">
                <a:solidFill>
                  <a:schemeClr val="dk1"/>
                </a:solidFill>
              </a:rPr>
              <a:t>One nail was sent to Emperor Constantine, who fixed it to his royal helmet—an act that later influenced the tradition of adorning kings’ crowns with a nail.</a:t>
            </a:r>
            <a:endParaRPr sz="1152">
              <a:solidFill>
                <a:schemeClr val="dk1"/>
              </a:solidFill>
            </a:endParaRPr>
          </a:p>
          <a:p>
            <a:pPr indent="0" lvl="0" marL="0" rtl="0" algn="l">
              <a:lnSpc>
                <a:spcPct val="105000"/>
              </a:lnSpc>
              <a:spcBef>
                <a:spcPts val="1200"/>
              </a:spcBef>
              <a:spcAft>
                <a:spcPts val="0"/>
              </a:spcAft>
              <a:buClr>
                <a:schemeClr val="dk1"/>
              </a:buClr>
              <a:buSzPts val="852"/>
              <a:buFont typeface="Arial"/>
              <a:buNone/>
            </a:pPr>
            <a:r>
              <a:rPr b="1" lang="en" sz="1152">
                <a:solidFill>
                  <a:schemeClr val="dk1"/>
                </a:solidFill>
              </a:rPr>
              <a:t>Church Foundations:</a:t>
            </a:r>
            <a:endParaRPr b="1" sz="1152">
              <a:solidFill>
                <a:schemeClr val="dk1"/>
              </a:solidFill>
            </a:endParaRPr>
          </a:p>
          <a:p>
            <a:pPr indent="-301783" lvl="0" marL="457200" rtl="0" algn="l">
              <a:lnSpc>
                <a:spcPct val="105000"/>
              </a:lnSpc>
              <a:spcBef>
                <a:spcPts val="1200"/>
              </a:spcBef>
              <a:spcAft>
                <a:spcPts val="0"/>
              </a:spcAft>
              <a:buClr>
                <a:schemeClr val="dk1"/>
              </a:buClr>
              <a:buSzPts val="1153"/>
              <a:buChar char="●"/>
            </a:pPr>
            <a:r>
              <a:rPr lang="en" sz="1152">
                <a:solidFill>
                  <a:schemeClr val="dk1"/>
                </a:solidFill>
              </a:rPr>
              <a:t>Queen Helena built a large church over the Holy Tomb, calling it the “New Jerusalem.”</a:t>
            </a:r>
            <a:endParaRPr sz="1152">
              <a:solidFill>
                <a:schemeClr val="dk1"/>
              </a:solidFill>
            </a:endParaRPr>
          </a:p>
          <a:p>
            <a:pPr indent="-301783" lvl="0" marL="457200" rtl="0" algn="l">
              <a:lnSpc>
                <a:spcPct val="105000"/>
              </a:lnSpc>
              <a:spcBef>
                <a:spcPts val="0"/>
              </a:spcBef>
              <a:spcAft>
                <a:spcPts val="0"/>
              </a:spcAft>
              <a:buClr>
                <a:schemeClr val="dk1"/>
              </a:buClr>
              <a:buSzPts val="1153"/>
              <a:buChar char="●"/>
            </a:pPr>
            <a:r>
              <a:rPr lang="en" sz="1152">
                <a:solidFill>
                  <a:schemeClr val="dk1"/>
                </a:solidFill>
              </a:rPr>
              <a:t>Another church was built at the Cave of Nativity in Bethlehem, marking the humble birthplace of Christ.</a:t>
            </a:r>
            <a:endParaRPr sz="1152">
              <a:solidFill>
                <a:schemeClr val="dk1"/>
              </a:solidFill>
            </a:endParaRPr>
          </a:p>
          <a:p>
            <a:pPr indent="0" lvl="0" marL="0" rtl="0" algn="l">
              <a:lnSpc>
                <a:spcPct val="105000"/>
              </a:lnSpc>
              <a:spcBef>
                <a:spcPts val="1200"/>
              </a:spcBef>
              <a:spcAft>
                <a:spcPts val="1200"/>
              </a:spcAft>
              <a:buSzPts val="852"/>
              <a:buNone/>
            </a:pPr>
            <a:r>
              <a:t/>
            </a:r>
            <a:endParaRPr b="1" sz="1152">
              <a:solidFill>
                <a:schemeClr val="dk1"/>
              </a:solidFill>
            </a:endParaRPr>
          </a:p>
        </p:txBody>
      </p:sp>
      <p:pic>
        <p:nvPicPr>
          <p:cNvPr id="74" name="Google Shape;74;p15"/>
          <p:cNvPicPr preferRelativeResize="0"/>
          <p:nvPr/>
        </p:nvPicPr>
        <p:blipFill>
          <a:blip r:embed="rId3">
            <a:alphaModFix/>
          </a:blip>
          <a:stretch>
            <a:fillRect/>
          </a:stretch>
        </p:blipFill>
        <p:spPr>
          <a:xfrm>
            <a:off x="6844950" y="910550"/>
            <a:ext cx="2077724" cy="2077724"/>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sp>
        <p:nvSpPr>
          <p:cNvPr id="79" name="Google Shape;79;p16"/>
          <p:cNvSpPr txBox="1"/>
          <p:nvPr>
            <p:ph type="title"/>
          </p:nvPr>
        </p:nvSpPr>
        <p:spPr>
          <a:xfrm>
            <a:off x="311700" y="312950"/>
            <a:ext cx="8520600" cy="6132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Miraculous Appearances of the Cross</a:t>
            </a:r>
            <a:endParaRPr/>
          </a:p>
        </p:txBody>
      </p:sp>
      <p:sp>
        <p:nvSpPr>
          <p:cNvPr id="80" name="Google Shape;80;p16"/>
          <p:cNvSpPr txBox="1"/>
          <p:nvPr>
            <p:ph idx="1" type="body"/>
          </p:nvPr>
        </p:nvSpPr>
        <p:spPr>
          <a:xfrm>
            <a:off x="103200" y="1032575"/>
            <a:ext cx="6861300" cy="3397200"/>
          </a:xfrm>
          <a:prstGeom prst="rect">
            <a:avLst/>
          </a:prstGeom>
        </p:spPr>
        <p:txBody>
          <a:bodyPr anchorCtr="0" anchor="t" bIns="91425" lIns="91425" spcFirstLastPara="1" rIns="91425" wrap="square" tIns="91425">
            <a:normAutofit/>
          </a:bodyPr>
          <a:lstStyle/>
          <a:p>
            <a:pPr indent="0" lvl="0" marL="0" rtl="0" algn="l">
              <a:spcBef>
                <a:spcPts val="1200"/>
              </a:spcBef>
              <a:spcAft>
                <a:spcPts val="0"/>
              </a:spcAft>
              <a:buNone/>
            </a:pPr>
            <a:r>
              <a:rPr b="1" lang="en" sz="1100">
                <a:solidFill>
                  <a:schemeClr val="dk1"/>
                </a:solidFill>
              </a:rPr>
              <a:t>Constantine’s Vision:</a:t>
            </a:r>
            <a:endParaRPr b="1" sz="1100">
              <a:solidFill>
                <a:schemeClr val="dk1"/>
              </a:solidFill>
            </a:endParaRPr>
          </a:p>
          <a:p>
            <a:pPr indent="-298450" lvl="0" marL="457200" rtl="0" algn="l">
              <a:spcBef>
                <a:spcPts val="1200"/>
              </a:spcBef>
              <a:spcAft>
                <a:spcPts val="0"/>
              </a:spcAft>
              <a:buClr>
                <a:schemeClr val="dk1"/>
              </a:buClr>
              <a:buSzPts val="1100"/>
              <a:buChar char="●"/>
            </a:pPr>
            <a:r>
              <a:rPr lang="en" sz="1100">
                <a:solidFill>
                  <a:schemeClr val="dk1"/>
                </a:solidFill>
              </a:rPr>
              <a:t>Emperor Constantine and his army witnessed a radiant cross in the sky late in the afternoon.</a:t>
            </a:r>
            <a:endParaRPr sz="1100">
              <a:solidFill>
                <a:schemeClr val="dk1"/>
              </a:solidFill>
            </a:endParaRPr>
          </a:p>
          <a:p>
            <a:pPr indent="-298450" lvl="0" marL="457200" rtl="0" algn="l">
              <a:spcBef>
                <a:spcPts val="0"/>
              </a:spcBef>
              <a:spcAft>
                <a:spcPts val="0"/>
              </a:spcAft>
              <a:buClr>
                <a:schemeClr val="dk1"/>
              </a:buClr>
              <a:buSzPts val="1100"/>
              <a:buChar char="●"/>
            </a:pPr>
            <a:r>
              <a:rPr lang="en" sz="1100">
                <a:solidFill>
                  <a:schemeClr val="dk1"/>
                </a:solidFill>
              </a:rPr>
              <a:t>Inscribed upon the cross were the words: </a:t>
            </a:r>
            <a:r>
              <a:rPr i="1" lang="en" sz="1100">
                <a:solidFill>
                  <a:schemeClr val="dk1"/>
                </a:solidFill>
              </a:rPr>
              <a:t>“By this sign you will conquer.”</a:t>
            </a:r>
            <a:endParaRPr i="1" sz="1100">
              <a:solidFill>
                <a:schemeClr val="dk1"/>
              </a:solidFill>
            </a:endParaRPr>
          </a:p>
          <a:p>
            <a:pPr indent="-298450" lvl="0" marL="457200" rtl="0" algn="l">
              <a:spcBef>
                <a:spcPts val="0"/>
              </a:spcBef>
              <a:spcAft>
                <a:spcPts val="0"/>
              </a:spcAft>
              <a:buClr>
                <a:schemeClr val="dk1"/>
              </a:buClr>
              <a:buSzPts val="1100"/>
              <a:buChar char="●"/>
            </a:pPr>
            <a:r>
              <a:rPr lang="en" sz="1100">
                <a:solidFill>
                  <a:schemeClr val="dk1"/>
                </a:solidFill>
              </a:rPr>
              <a:t>This vision spurred Constantine’s conversion to Christianity and his victory over the tyrant Maxentius.</a:t>
            </a:r>
            <a:endParaRPr sz="1100">
              <a:solidFill>
                <a:schemeClr val="dk1"/>
              </a:solidFill>
            </a:endParaRPr>
          </a:p>
          <a:p>
            <a:pPr indent="0" lvl="0" marL="0" rtl="0" algn="l">
              <a:spcBef>
                <a:spcPts val="1200"/>
              </a:spcBef>
              <a:spcAft>
                <a:spcPts val="0"/>
              </a:spcAft>
              <a:buNone/>
            </a:pPr>
            <a:r>
              <a:rPr b="1" lang="en" sz="1100">
                <a:solidFill>
                  <a:schemeClr val="dk1"/>
                </a:solidFill>
              </a:rPr>
              <a:t>The 351 AD Miracle in Jerusalem:</a:t>
            </a:r>
            <a:endParaRPr b="1" sz="1100">
              <a:solidFill>
                <a:schemeClr val="dk1"/>
              </a:solidFill>
            </a:endParaRPr>
          </a:p>
          <a:p>
            <a:pPr indent="-298450" lvl="0" marL="457200" rtl="0" algn="l">
              <a:spcBef>
                <a:spcPts val="1200"/>
              </a:spcBef>
              <a:spcAft>
                <a:spcPts val="0"/>
              </a:spcAft>
              <a:buClr>
                <a:schemeClr val="dk1"/>
              </a:buClr>
              <a:buSzPts val="1100"/>
              <a:buChar char="●"/>
            </a:pPr>
            <a:r>
              <a:rPr lang="en" sz="1100">
                <a:solidFill>
                  <a:schemeClr val="dk1"/>
                </a:solidFill>
              </a:rPr>
              <a:t>A pillar of light—more brilliant than the sun—appeared in the sky over Jerusalem.</a:t>
            </a:r>
            <a:endParaRPr sz="1100">
              <a:solidFill>
                <a:schemeClr val="dk1"/>
              </a:solidFill>
            </a:endParaRPr>
          </a:p>
          <a:p>
            <a:pPr indent="-298450" lvl="0" marL="457200" rtl="0" algn="l">
              <a:spcBef>
                <a:spcPts val="0"/>
              </a:spcBef>
              <a:spcAft>
                <a:spcPts val="0"/>
              </a:spcAft>
              <a:buClr>
                <a:schemeClr val="dk1"/>
              </a:buClr>
              <a:buSzPts val="1100"/>
              <a:buChar char="●"/>
            </a:pPr>
            <a:r>
              <a:rPr lang="en" sz="1100">
                <a:solidFill>
                  <a:schemeClr val="dk1"/>
                </a:solidFill>
              </a:rPr>
              <a:t>It remained visible for several hours, inspiring both awe and a mixture of fear and hope among the citizens.</a:t>
            </a:r>
            <a:endParaRPr sz="1100">
              <a:solidFill>
                <a:schemeClr val="dk1"/>
              </a:solidFill>
            </a:endParaRPr>
          </a:p>
          <a:p>
            <a:pPr indent="0" lvl="0" marL="0" rtl="0" algn="l">
              <a:spcBef>
                <a:spcPts val="1200"/>
              </a:spcBef>
              <a:spcAft>
                <a:spcPts val="0"/>
              </a:spcAft>
              <a:buNone/>
            </a:pPr>
            <a:br>
              <a:rPr b="1" lang="en" sz="1100"/>
            </a:br>
            <a:r>
              <a:rPr b="1" lang="en" sz="1100"/>
              <a:t>“</a:t>
            </a:r>
            <a:r>
              <a:rPr lang="en" sz="1100"/>
              <a:t>By the end of times when the sign of the cross covers the whole sky, east, west, north, and south. At that time, all the kingdoms of the earth will submit themselves to the Lord Christ” - </a:t>
            </a:r>
            <a:r>
              <a:rPr b="1" lang="en" sz="1100"/>
              <a:t>Kesis Solomon</a:t>
            </a:r>
            <a:br>
              <a:rPr b="1" lang="en" sz="1100"/>
            </a:br>
            <a:endParaRPr b="1" sz="1100">
              <a:latin typeface="Arial"/>
              <a:ea typeface="Arial"/>
              <a:cs typeface="Arial"/>
              <a:sym typeface="Arial"/>
            </a:endParaRPr>
          </a:p>
          <a:p>
            <a:pPr indent="0" lvl="0" marL="0" rtl="0" algn="l">
              <a:spcBef>
                <a:spcPts val="0"/>
              </a:spcBef>
              <a:spcAft>
                <a:spcPts val="0"/>
              </a:spcAft>
              <a:buNone/>
            </a:pPr>
            <a:r>
              <a:t/>
            </a:r>
            <a:endParaRPr b="1" sz="1100"/>
          </a:p>
        </p:txBody>
      </p:sp>
      <p:pic>
        <p:nvPicPr>
          <p:cNvPr id="81" name="Google Shape;81;p16"/>
          <p:cNvPicPr preferRelativeResize="0"/>
          <p:nvPr/>
        </p:nvPicPr>
        <p:blipFill>
          <a:blip r:embed="rId3">
            <a:alphaModFix/>
          </a:blip>
          <a:stretch>
            <a:fillRect/>
          </a:stretch>
        </p:blipFill>
        <p:spPr>
          <a:xfrm>
            <a:off x="6964500" y="1553463"/>
            <a:ext cx="2104601" cy="1814125"/>
          </a:xfrm>
          <a:prstGeom prst="rect">
            <a:avLst/>
          </a:prstGeom>
          <a:noFill/>
          <a:ln>
            <a:noFill/>
          </a:ln>
        </p:spPr>
      </p:pic>
      <p:sp>
        <p:nvSpPr>
          <p:cNvPr id="82" name="Google Shape;82;p16"/>
          <p:cNvSpPr txBox="1"/>
          <p:nvPr/>
        </p:nvSpPr>
        <p:spPr>
          <a:xfrm>
            <a:off x="6422400" y="3760300"/>
            <a:ext cx="2721600" cy="1165800"/>
          </a:xfrm>
          <a:prstGeom prst="rect">
            <a:avLst/>
          </a:prstGeom>
          <a:noFill/>
          <a:ln>
            <a:noFill/>
          </a:ln>
        </p:spPr>
        <p:txBody>
          <a:bodyPr anchorCtr="0" anchor="t" bIns="91425" lIns="91425" spcFirstLastPara="1" rIns="91425" wrap="square" tIns="91425">
            <a:spAutoFit/>
          </a:bodyPr>
          <a:lstStyle/>
          <a:p>
            <a:pPr indent="0" lvl="0" marL="381000" marR="381000" rtl="0" algn="l">
              <a:lnSpc>
                <a:spcPct val="115000"/>
              </a:lnSpc>
              <a:spcBef>
                <a:spcPts val="1200"/>
              </a:spcBef>
              <a:spcAft>
                <a:spcPts val="1200"/>
              </a:spcAft>
              <a:buNone/>
            </a:pPr>
            <a:r>
              <a:rPr lang="en" sz="900">
                <a:solidFill>
                  <a:schemeClr val="dk1"/>
                </a:solidFill>
                <a:latin typeface="Old Standard TT"/>
                <a:ea typeface="Old Standard TT"/>
                <a:cs typeface="Old Standard TT"/>
                <a:sym typeface="Old Standard TT"/>
              </a:rPr>
              <a:t>“That at the name of Jesus every knee should bow, of things in heaven, and things in earth, and things under the earth;</a:t>
            </a:r>
            <a:br>
              <a:rPr lang="en" sz="900">
                <a:solidFill>
                  <a:schemeClr val="dk1"/>
                </a:solidFill>
                <a:latin typeface="Old Standard TT"/>
                <a:ea typeface="Old Standard TT"/>
                <a:cs typeface="Old Standard TT"/>
                <a:sym typeface="Old Standard TT"/>
              </a:rPr>
            </a:br>
            <a:r>
              <a:rPr lang="en" sz="900">
                <a:solidFill>
                  <a:schemeClr val="dk1"/>
                </a:solidFill>
                <a:latin typeface="Old Standard TT"/>
                <a:ea typeface="Old Standard TT"/>
                <a:cs typeface="Old Standard TT"/>
                <a:sym typeface="Old Standard TT"/>
              </a:rPr>
              <a:t>And that every tongue should confess that Jesus Christ is Lord, to the glory of God the Father.” - </a:t>
            </a:r>
            <a:r>
              <a:rPr b="1" lang="en" sz="900">
                <a:solidFill>
                  <a:schemeClr val="dk1"/>
                </a:solidFill>
                <a:latin typeface="Old Standard TT"/>
                <a:ea typeface="Old Standard TT"/>
                <a:cs typeface="Old Standard TT"/>
                <a:sym typeface="Old Standard TT"/>
              </a:rPr>
              <a:t>Philippians 2:10-11</a:t>
            </a:r>
            <a:endParaRPr sz="900">
              <a:solidFill>
                <a:schemeClr val="dk1"/>
              </a:solidFill>
              <a:latin typeface="Old Standard TT"/>
              <a:ea typeface="Old Standard TT"/>
              <a:cs typeface="Old Standard TT"/>
              <a:sym typeface="Old Standard TT"/>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 name="Shape 86"/>
        <p:cNvGrpSpPr/>
        <p:nvPr/>
      </p:nvGrpSpPr>
      <p:grpSpPr>
        <a:xfrm>
          <a:off x="0" y="0"/>
          <a:ext cx="0" cy="0"/>
          <a:chOff x="0" y="0"/>
          <a:chExt cx="0" cy="0"/>
        </a:xfrm>
      </p:grpSpPr>
      <p:sp>
        <p:nvSpPr>
          <p:cNvPr id="87" name="Google Shape;87;p17"/>
          <p:cNvSpPr txBox="1"/>
          <p:nvPr>
            <p:ph type="title"/>
          </p:nvPr>
        </p:nvSpPr>
        <p:spPr>
          <a:xfrm>
            <a:off x="311700" y="299050"/>
            <a:ext cx="8520600" cy="6132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Cross in Orthodox Dogma</a:t>
            </a:r>
            <a:endParaRPr/>
          </a:p>
        </p:txBody>
      </p:sp>
      <p:sp>
        <p:nvSpPr>
          <p:cNvPr id="88" name="Google Shape;88;p17"/>
          <p:cNvSpPr txBox="1"/>
          <p:nvPr>
            <p:ph idx="1" type="body"/>
          </p:nvPr>
        </p:nvSpPr>
        <p:spPr>
          <a:xfrm>
            <a:off x="89275" y="828825"/>
            <a:ext cx="6597300" cy="4002000"/>
          </a:xfrm>
          <a:prstGeom prst="rect">
            <a:avLst/>
          </a:prstGeom>
        </p:spPr>
        <p:txBody>
          <a:bodyPr anchorCtr="0" anchor="t" bIns="91425" lIns="91425" spcFirstLastPara="1" rIns="91425" wrap="square" tIns="91425">
            <a:noAutofit/>
          </a:bodyPr>
          <a:lstStyle/>
          <a:p>
            <a:pPr indent="0" lvl="0" marL="0" rtl="0" algn="l">
              <a:lnSpc>
                <a:spcPct val="95000"/>
              </a:lnSpc>
              <a:spcBef>
                <a:spcPts val="0"/>
              </a:spcBef>
              <a:spcAft>
                <a:spcPts val="0"/>
              </a:spcAft>
              <a:buClr>
                <a:schemeClr val="dk1"/>
              </a:buClr>
              <a:buSzPts val="275"/>
              <a:buFont typeface="Arial"/>
              <a:buNone/>
            </a:pPr>
            <a:r>
              <a:rPr b="1" lang="en" sz="900"/>
              <a:t>I</a:t>
            </a:r>
            <a:r>
              <a:rPr b="1" lang="en" sz="900">
                <a:solidFill>
                  <a:schemeClr val="dk1"/>
                </a:solidFill>
              </a:rPr>
              <a:t>ncarnation &amp; Redemption:</a:t>
            </a:r>
            <a:endParaRPr b="1" sz="900">
              <a:solidFill>
                <a:schemeClr val="dk1"/>
              </a:solidFill>
            </a:endParaRPr>
          </a:p>
          <a:p>
            <a:pPr indent="-285750" lvl="0" marL="457200" rtl="0" algn="l">
              <a:lnSpc>
                <a:spcPct val="95000"/>
              </a:lnSpc>
              <a:spcBef>
                <a:spcPts val="1200"/>
              </a:spcBef>
              <a:spcAft>
                <a:spcPts val="0"/>
              </a:spcAft>
              <a:buClr>
                <a:schemeClr val="dk1"/>
              </a:buClr>
              <a:buSzPts val="900"/>
              <a:buChar char="●"/>
            </a:pPr>
            <a:r>
              <a:rPr i="1" lang="en" sz="900">
                <a:solidFill>
                  <a:schemeClr val="dk1"/>
                </a:solidFill>
              </a:rPr>
              <a:t>Incarnation:</a:t>
            </a:r>
            <a:endParaRPr i="1" sz="900">
              <a:solidFill>
                <a:schemeClr val="dk1"/>
              </a:solidFill>
            </a:endParaRPr>
          </a:p>
          <a:p>
            <a:pPr indent="-285750" lvl="1" marL="914400" rtl="0" algn="l">
              <a:lnSpc>
                <a:spcPct val="95000"/>
              </a:lnSpc>
              <a:spcBef>
                <a:spcPts val="0"/>
              </a:spcBef>
              <a:spcAft>
                <a:spcPts val="0"/>
              </a:spcAft>
              <a:buClr>
                <a:schemeClr val="dk1"/>
              </a:buClr>
              <a:buSzPts val="900"/>
              <a:buChar char="○"/>
            </a:pPr>
            <a:r>
              <a:rPr lang="en" sz="900">
                <a:solidFill>
                  <a:schemeClr val="dk1"/>
                </a:solidFill>
              </a:rPr>
              <a:t>The cross testifies that Christ “tasted death on it,” proving He </a:t>
            </a:r>
            <a:r>
              <a:rPr lang="en" sz="900"/>
              <a:t>became </a:t>
            </a:r>
            <a:r>
              <a:rPr lang="en" sz="900">
                <a:solidFill>
                  <a:schemeClr val="dk1"/>
                </a:solidFill>
              </a:rPr>
              <a:t>human and possessed real flesh like ours.</a:t>
            </a:r>
            <a:endParaRPr sz="900">
              <a:solidFill>
                <a:schemeClr val="dk1"/>
              </a:solidFill>
            </a:endParaRPr>
          </a:p>
          <a:p>
            <a:pPr indent="-285750" lvl="1" marL="914400" rtl="0" algn="l">
              <a:lnSpc>
                <a:spcPct val="95000"/>
              </a:lnSpc>
              <a:spcBef>
                <a:spcPts val="0"/>
              </a:spcBef>
              <a:spcAft>
                <a:spcPts val="0"/>
              </a:spcAft>
              <a:buClr>
                <a:schemeClr val="dk1"/>
              </a:buClr>
              <a:buSzPts val="900"/>
              <a:buChar char="○"/>
            </a:pPr>
            <a:r>
              <a:rPr lang="en" sz="900">
                <a:solidFill>
                  <a:schemeClr val="dk1"/>
                </a:solidFill>
              </a:rPr>
              <a:t>This confirms </a:t>
            </a:r>
            <a:r>
              <a:rPr lang="en" sz="900"/>
              <a:t>The</a:t>
            </a:r>
            <a:r>
              <a:rPr lang="en" sz="900">
                <a:solidFill>
                  <a:schemeClr val="dk1"/>
                </a:solidFill>
              </a:rPr>
              <a:t> Creed—the belief that God became man.</a:t>
            </a:r>
            <a:endParaRPr sz="900">
              <a:solidFill>
                <a:schemeClr val="dk1"/>
              </a:solidFill>
            </a:endParaRPr>
          </a:p>
          <a:p>
            <a:pPr indent="-285750" lvl="0" marL="457200" rtl="0" algn="l">
              <a:lnSpc>
                <a:spcPct val="95000"/>
              </a:lnSpc>
              <a:spcBef>
                <a:spcPts val="0"/>
              </a:spcBef>
              <a:spcAft>
                <a:spcPts val="0"/>
              </a:spcAft>
              <a:buClr>
                <a:schemeClr val="dk1"/>
              </a:buClr>
              <a:buSzPts val="900"/>
              <a:buChar char="●"/>
            </a:pPr>
            <a:r>
              <a:rPr i="1" lang="en" sz="900">
                <a:solidFill>
                  <a:schemeClr val="dk1"/>
                </a:solidFill>
              </a:rPr>
              <a:t>Redemption:</a:t>
            </a:r>
            <a:endParaRPr i="1" sz="900">
              <a:solidFill>
                <a:schemeClr val="dk1"/>
              </a:solidFill>
            </a:endParaRPr>
          </a:p>
          <a:p>
            <a:pPr indent="-285750" lvl="1" marL="914400" rtl="0" algn="l">
              <a:lnSpc>
                <a:spcPct val="95000"/>
              </a:lnSpc>
              <a:spcBef>
                <a:spcPts val="0"/>
              </a:spcBef>
              <a:spcAft>
                <a:spcPts val="0"/>
              </a:spcAft>
              <a:buClr>
                <a:schemeClr val="dk1"/>
              </a:buClr>
              <a:buSzPts val="900"/>
              <a:buChar char="○"/>
            </a:pPr>
            <a:r>
              <a:rPr lang="en" sz="900">
                <a:solidFill>
                  <a:schemeClr val="dk1"/>
                </a:solidFill>
              </a:rPr>
              <a:t>His death on the cross was propitiatory, meaning it served as an atoning sacrifice for our sins, fulfilling the </a:t>
            </a:r>
            <a:r>
              <a:rPr lang="en" sz="900"/>
              <a:t>The creed. </a:t>
            </a:r>
            <a:endParaRPr sz="900">
              <a:solidFill>
                <a:schemeClr val="dk1"/>
              </a:solidFill>
            </a:endParaRPr>
          </a:p>
          <a:p>
            <a:pPr indent="0" lvl="0" marL="0" rtl="0" algn="l">
              <a:lnSpc>
                <a:spcPct val="95000"/>
              </a:lnSpc>
              <a:spcBef>
                <a:spcPts val="1200"/>
              </a:spcBef>
              <a:spcAft>
                <a:spcPts val="0"/>
              </a:spcAft>
              <a:buClr>
                <a:schemeClr val="dk1"/>
              </a:buClr>
              <a:buSzPts val="275"/>
              <a:buFont typeface="Arial"/>
              <a:buNone/>
            </a:pPr>
            <a:r>
              <a:rPr b="1" lang="en" sz="900">
                <a:solidFill>
                  <a:schemeClr val="dk1"/>
                </a:solidFill>
              </a:rPr>
              <a:t>Trinitarian Faith:</a:t>
            </a:r>
            <a:endParaRPr b="1" sz="900">
              <a:solidFill>
                <a:schemeClr val="dk1"/>
              </a:solidFill>
            </a:endParaRPr>
          </a:p>
          <a:p>
            <a:pPr indent="-285750" lvl="0" marL="457200" rtl="0" algn="l">
              <a:lnSpc>
                <a:spcPct val="95000"/>
              </a:lnSpc>
              <a:spcBef>
                <a:spcPts val="1200"/>
              </a:spcBef>
              <a:spcAft>
                <a:spcPts val="0"/>
              </a:spcAft>
              <a:buClr>
                <a:schemeClr val="dk1"/>
              </a:buClr>
              <a:buSzPts val="900"/>
              <a:buChar char="●"/>
            </a:pPr>
            <a:r>
              <a:rPr lang="en" sz="900">
                <a:solidFill>
                  <a:schemeClr val="dk1"/>
                </a:solidFill>
              </a:rPr>
              <a:t>Making the sign of the Cross is a public declaration of faith in the Triune God: the Father, the Son, and the Holy Spirit.</a:t>
            </a:r>
            <a:endParaRPr sz="900">
              <a:solidFill>
                <a:schemeClr val="dk1"/>
              </a:solidFill>
            </a:endParaRPr>
          </a:p>
          <a:p>
            <a:pPr indent="-285750" lvl="0" marL="457200" rtl="0" algn="l">
              <a:lnSpc>
                <a:spcPct val="95000"/>
              </a:lnSpc>
              <a:spcBef>
                <a:spcPts val="0"/>
              </a:spcBef>
              <a:spcAft>
                <a:spcPts val="0"/>
              </a:spcAft>
              <a:buClr>
                <a:schemeClr val="dk1"/>
              </a:buClr>
              <a:buSzPts val="900"/>
              <a:buChar char="●"/>
            </a:pPr>
            <a:r>
              <a:rPr lang="en" sz="900">
                <a:solidFill>
                  <a:schemeClr val="dk1"/>
                </a:solidFill>
              </a:rPr>
              <a:t>This affirms the foundational Christian belief in “One God in three hypostases (persons) but of one essence (substance).”</a:t>
            </a:r>
            <a:endParaRPr sz="900">
              <a:solidFill>
                <a:schemeClr val="dk1"/>
              </a:solidFill>
            </a:endParaRPr>
          </a:p>
          <a:p>
            <a:pPr indent="0" lvl="0" marL="0" rtl="0" algn="l">
              <a:lnSpc>
                <a:spcPct val="95000"/>
              </a:lnSpc>
              <a:spcBef>
                <a:spcPts val="1200"/>
              </a:spcBef>
              <a:spcAft>
                <a:spcPts val="0"/>
              </a:spcAft>
              <a:buClr>
                <a:schemeClr val="dk1"/>
              </a:buClr>
              <a:buSzPts val="275"/>
              <a:buFont typeface="Arial"/>
              <a:buNone/>
            </a:pPr>
            <a:r>
              <a:rPr b="1" lang="en" sz="900">
                <a:solidFill>
                  <a:schemeClr val="dk1"/>
                </a:solidFill>
              </a:rPr>
              <a:t>Reconciliation:</a:t>
            </a:r>
            <a:endParaRPr b="1" sz="900">
              <a:solidFill>
                <a:schemeClr val="dk1"/>
              </a:solidFill>
            </a:endParaRPr>
          </a:p>
          <a:p>
            <a:pPr indent="-285750" lvl="0" marL="457200" rtl="0" algn="l">
              <a:lnSpc>
                <a:spcPct val="95000"/>
              </a:lnSpc>
              <a:spcBef>
                <a:spcPts val="1200"/>
              </a:spcBef>
              <a:spcAft>
                <a:spcPts val="0"/>
              </a:spcAft>
              <a:buClr>
                <a:schemeClr val="dk1"/>
              </a:buClr>
              <a:buSzPts val="900"/>
              <a:buChar char="●"/>
            </a:pPr>
            <a:r>
              <a:rPr lang="en" sz="900">
                <a:solidFill>
                  <a:schemeClr val="dk1"/>
                </a:solidFill>
              </a:rPr>
              <a:t>Christ’s sacrifice on the Cross reconciles humanity to God by canceling our debts (our sins) and defeating sin.</a:t>
            </a:r>
            <a:endParaRPr sz="900">
              <a:solidFill>
                <a:schemeClr val="dk1"/>
              </a:solidFill>
            </a:endParaRPr>
          </a:p>
          <a:p>
            <a:pPr indent="-285750" lvl="0" marL="457200" rtl="0" algn="l">
              <a:lnSpc>
                <a:spcPct val="95000"/>
              </a:lnSpc>
              <a:spcBef>
                <a:spcPts val="0"/>
              </a:spcBef>
              <a:spcAft>
                <a:spcPts val="0"/>
              </a:spcAft>
              <a:buClr>
                <a:schemeClr val="dk1"/>
              </a:buClr>
              <a:buSzPts val="900"/>
              <a:buChar char="●"/>
            </a:pPr>
            <a:r>
              <a:rPr lang="en" sz="900">
                <a:solidFill>
                  <a:schemeClr val="dk1"/>
                </a:solidFill>
              </a:rPr>
              <a:t>He was hung between the sky and the earth to be the bridge back to God, stretching out His hands to receive us.</a:t>
            </a:r>
            <a:endParaRPr sz="900">
              <a:solidFill>
                <a:schemeClr val="dk1"/>
              </a:solidFill>
            </a:endParaRPr>
          </a:p>
          <a:p>
            <a:pPr indent="-285750" lvl="0" marL="457200" rtl="0" algn="l">
              <a:lnSpc>
                <a:spcPct val="95000"/>
              </a:lnSpc>
              <a:spcBef>
                <a:spcPts val="0"/>
              </a:spcBef>
              <a:spcAft>
                <a:spcPts val="0"/>
              </a:spcAft>
              <a:buClr>
                <a:schemeClr val="dk1"/>
              </a:buClr>
              <a:buSzPts val="900"/>
              <a:buChar char="●"/>
            </a:pPr>
            <a:r>
              <a:rPr lang="en" sz="900">
                <a:solidFill>
                  <a:schemeClr val="dk1"/>
                </a:solidFill>
              </a:rPr>
              <a:t>He even descended into Hades (the realm of the dead) to bring back Adam and his children, restoring Paradise.</a:t>
            </a:r>
            <a:endParaRPr sz="900">
              <a:solidFill>
                <a:schemeClr val="dk1"/>
              </a:solidFill>
            </a:endParaRPr>
          </a:p>
          <a:p>
            <a:pPr indent="0" lvl="0" marL="0" rtl="0" algn="l">
              <a:lnSpc>
                <a:spcPct val="95000"/>
              </a:lnSpc>
              <a:spcBef>
                <a:spcPts val="1200"/>
              </a:spcBef>
              <a:spcAft>
                <a:spcPts val="0"/>
              </a:spcAft>
              <a:buClr>
                <a:schemeClr val="dk1"/>
              </a:buClr>
              <a:buSzPts val="275"/>
              <a:buFont typeface="Arial"/>
              <a:buNone/>
            </a:pPr>
            <a:r>
              <a:rPr b="1" lang="en" sz="900">
                <a:solidFill>
                  <a:schemeClr val="dk1"/>
                </a:solidFill>
              </a:rPr>
              <a:t>Debt Cancellation – Scriptural Support:</a:t>
            </a:r>
            <a:endParaRPr b="1" sz="900">
              <a:solidFill>
                <a:schemeClr val="dk1"/>
              </a:solidFill>
            </a:endParaRPr>
          </a:p>
          <a:p>
            <a:pPr indent="-285750" lvl="0" marL="457200" rtl="0" algn="l">
              <a:lnSpc>
                <a:spcPct val="95000"/>
              </a:lnSpc>
              <a:spcBef>
                <a:spcPts val="1200"/>
              </a:spcBef>
              <a:spcAft>
                <a:spcPts val="0"/>
              </a:spcAft>
              <a:buClr>
                <a:schemeClr val="dk1"/>
              </a:buClr>
              <a:buSzPts val="900"/>
              <a:buChar char="●"/>
            </a:pPr>
            <a:r>
              <a:rPr b="1" lang="en" sz="900">
                <a:solidFill>
                  <a:schemeClr val="dk1"/>
                </a:solidFill>
              </a:rPr>
              <a:t>Colossians 2:13–14 (King James Version):</a:t>
            </a:r>
            <a:endParaRPr b="1" sz="900">
              <a:solidFill>
                <a:schemeClr val="dk1"/>
              </a:solidFill>
            </a:endParaRPr>
          </a:p>
          <a:p>
            <a:pPr indent="-285750" lvl="1" marL="914400" rtl="0" algn="l">
              <a:lnSpc>
                <a:spcPct val="95000"/>
              </a:lnSpc>
              <a:spcBef>
                <a:spcPts val="0"/>
              </a:spcBef>
              <a:spcAft>
                <a:spcPts val="0"/>
              </a:spcAft>
              <a:buClr>
                <a:schemeClr val="dk1"/>
              </a:buClr>
              <a:buSzPts val="900"/>
              <a:buChar char="○"/>
            </a:pPr>
            <a:r>
              <a:rPr i="1" lang="en" sz="900">
                <a:solidFill>
                  <a:schemeClr val="dk1"/>
                </a:solidFill>
              </a:rPr>
              <a:t>Colossians 2:13:</a:t>
            </a:r>
            <a:r>
              <a:rPr lang="en" sz="900">
                <a:solidFill>
                  <a:schemeClr val="dk1"/>
                </a:solidFill>
              </a:rPr>
              <a:t> “And you, being dead in your sins and the uncircumcision of your flesh, hath he quickened together with him, having forgiven you all trespasses;”</a:t>
            </a:r>
            <a:endParaRPr sz="900">
              <a:solidFill>
                <a:schemeClr val="dk1"/>
              </a:solidFill>
            </a:endParaRPr>
          </a:p>
          <a:p>
            <a:pPr indent="-285750" lvl="1" marL="914400" rtl="0" algn="l">
              <a:lnSpc>
                <a:spcPct val="95000"/>
              </a:lnSpc>
              <a:spcBef>
                <a:spcPts val="0"/>
              </a:spcBef>
              <a:spcAft>
                <a:spcPts val="0"/>
              </a:spcAft>
              <a:buClr>
                <a:schemeClr val="dk1"/>
              </a:buClr>
              <a:buSzPts val="900"/>
              <a:buChar char="○"/>
            </a:pPr>
            <a:r>
              <a:rPr i="1" lang="en" sz="900">
                <a:solidFill>
                  <a:schemeClr val="dk1"/>
                </a:solidFill>
              </a:rPr>
              <a:t>Colossians 2:14:</a:t>
            </a:r>
            <a:r>
              <a:rPr lang="en" sz="900">
                <a:solidFill>
                  <a:schemeClr val="dk1"/>
                </a:solidFill>
              </a:rPr>
              <a:t> “Blotting out the handwriting of ordinances that was against us, which was contrary to us, and taking it out of the way, nailing it to his Cross.”</a:t>
            </a:r>
            <a:endParaRPr sz="900">
              <a:solidFill>
                <a:schemeClr val="dk1"/>
              </a:solidFill>
            </a:endParaRPr>
          </a:p>
          <a:p>
            <a:pPr indent="0" lvl="0" marL="0" rtl="0" algn="l">
              <a:lnSpc>
                <a:spcPct val="95000"/>
              </a:lnSpc>
              <a:spcBef>
                <a:spcPts val="1200"/>
              </a:spcBef>
              <a:spcAft>
                <a:spcPts val="1200"/>
              </a:spcAft>
              <a:buSzPts val="275"/>
              <a:buNone/>
            </a:pPr>
            <a:r>
              <a:t/>
            </a:r>
            <a:endParaRPr b="1" sz="900">
              <a:solidFill>
                <a:schemeClr val="dk1"/>
              </a:solidFill>
            </a:endParaRPr>
          </a:p>
        </p:txBody>
      </p:sp>
      <p:pic>
        <p:nvPicPr>
          <p:cNvPr id="89" name="Google Shape;89;p17"/>
          <p:cNvPicPr preferRelativeResize="0"/>
          <p:nvPr/>
        </p:nvPicPr>
        <p:blipFill>
          <a:blip r:embed="rId3">
            <a:alphaModFix/>
          </a:blip>
          <a:stretch>
            <a:fillRect/>
          </a:stretch>
        </p:blipFill>
        <p:spPr>
          <a:xfrm>
            <a:off x="6686575" y="1905375"/>
            <a:ext cx="2358825" cy="184890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 name="Shape 93"/>
        <p:cNvGrpSpPr/>
        <p:nvPr/>
      </p:nvGrpSpPr>
      <p:grpSpPr>
        <a:xfrm>
          <a:off x="0" y="0"/>
          <a:ext cx="0" cy="0"/>
          <a:chOff x="0" y="0"/>
          <a:chExt cx="0" cy="0"/>
        </a:xfrm>
      </p:grpSpPr>
      <p:sp>
        <p:nvSpPr>
          <p:cNvPr id="94" name="Google Shape;94;p18"/>
          <p:cNvSpPr txBox="1"/>
          <p:nvPr>
            <p:ph type="title"/>
          </p:nvPr>
        </p:nvSpPr>
        <p:spPr>
          <a:xfrm>
            <a:off x="311700" y="292100"/>
            <a:ext cx="8520600" cy="6132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Cross in Orthodox Sacraments</a:t>
            </a:r>
            <a:endParaRPr/>
          </a:p>
        </p:txBody>
      </p:sp>
      <p:sp>
        <p:nvSpPr>
          <p:cNvPr id="95" name="Google Shape;95;p18"/>
          <p:cNvSpPr txBox="1"/>
          <p:nvPr>
            <p:ph idx="1" type="body"/>
          </p:nvPr>
        </p:nvSpPr>
        <p:spPr>
          <a:xfrm>
            <a:off x="311700" y="863600"/>
            <a:ext cx="8520600" cy="3981000"/>
          </a:xfrm>
          <a:prstGeom prst="rect">
            <a:avLst/>
          </a:prstGeom>
        </p:spPr>
        <p:txBody>
          <a:bodyPr anchorCtr="0" anchor="t" bIns="91425" lIns="91425" spcFirstLastPara="1" rIns="91425" wrap="square" tIns="91425">
            <a:noAutofit/>
          </a:bodyPr>
          <a:lstStyle/>
          <a:p>
            <a:pPr indent="0" lvl="0" marL="0" rtl="0" algn="l">
              <a:lnSpc>
                <a:spcPct val="95000"/>
              </a:lnSpc>
              <a:spcBef>
                <a:spcPts val="0"/>
              </a:spcBef>
              <a:spcAft>
                <a:spcPts val="0"/>
              </a:spcAft>
              <a:buSzPts val="688"/>
              <a:buNone/>
            </a:pPr>
            <a:r>
              <a:rPr b="1" lang="en" sz="987">
                <a:solidFill>
                  <a:schemeClr val="dk1"/>
                </a:solidFill>
              </a:rPr>
              <a:t>Baptism:</a:t>
            </a:r>
            <a:br>
              <a:rPr b="1" lang="en" sz="987">
                <a:solidFill>
                  <a:schemeClr val="dk1"/>
                </a:solidFill>
              </a:rPr>
            </a:br>
            <a:r>
              <a:rPr lang="en" sz="987">
                <a:solidFill>
                  <a:schemeClr val="dk1"/>
                </a:solidFill>
              </a:rPr>
              <a:t>• Water sanctified with the Cross (“Baptism is the Cross” – St. John Chrysostom)</a:t>
            </a:r>
            <a:br>
              <a:rPr lang="en" sz="987">
                <a:solidFill>
                  <a:schemeClr val="dk1"/>
                </a:solidFill>
              </a:rPr>
            </a:br>
            <a:r>
              <a:rPr lang="en" sz="987">
                <a:solidFill>
                  <a:schemeClr val="dk1"/>
                </a:solidFill>
              </a:rPr>
              <a:t>• Symbolizes dying to sin &amp; rebirth in Christ</a:t>
            </a:r>
            <a:endParaRPr sz="987">
              <a:solidFill>
                <a:schemeClr val="dk1"/>
              </a:solidFill>
            </a:endParaRPr>
          </a:p>
          <a:p>
            <a:pPr indent="0" lvl="0" marL="0" rtl="0" algn="l">
              <a:lnSpc>
                <a:spcPct val="95000"/>
              </a:lnSpc>
              <a:spcBef>
                <a:spcPts val="1200"/>
              </a:spcBef>
              <a:spcAft>
                <a:spcPts val="0"/>
              </a:spcAft>
              <a:buSzPts val="688"/>
              <a:buNone/>
            </a:pPr>
            <a:r>
              <a:rPr b="1" lang="en" sz="987">
                <a:solidFill>
                  <a:schemeClr val="dk1"/>
                </a:solidFill>
              </a:rPr>
              <a:t>Chrismation:</a:t>
            </a:r>
            <a:br>
              <a:rPr b="1" lang="en" sz="987">
                <a:solidFill>
                  <a:schemeClr val="dk1"/>
                </a:solidFill>
              </a:rPr>
            </a:br>
            <a:r>
              <a:rPr lang="en" sz="987">
                <a:solidFill>
                  <a:schemeClr val="dk1"/>
                </a:solidFill>
              </a:rPr>
              <a:t>• Our bodies are </a:t>
            </a:r>
            <a:r>
              <a:rPr lang="en" sz="987"/>
              <a:t>anointed</a:t>
            </a:r>
            <a:r>
              <a:rPr lang="en" sz="987"/>
              <a:t> </a:t>
            </a:r>
            <a:r>
              <a:rPr lang="en" sz="987">
                <a:solidFill>
                  <a:schemeClr val="dk1"/>
                </a:solidFill>
              </a:rPr>
              <a:t>with 36 crosses </a:t>
            </a:r>
            <a:r>
              <a:rPr lang="en" sz="987"/>
              <a:t>by the priest, using holy oil.</a:t>
            </a:r>
            <a:endParaRPr sz="987">
              <a:solidFill>
                <a:schemeClr val="dk1"/>
              </a:solidFill>
            </a:endParaRPr>
          </a:p>
          <a:p>
            <a:pPr indent="0" lvl="0" marL="0" rtl="0" algn="l">
              <a:lnSpc>
                <a:spcPct val="95000"/>
              </a:lnSpc>
              <a:spcBef>
                <a:spcPts val="1200"/>
              </a:spcBef>
              <a:spcAft>
                <a:spcPts val="0"/>
              </a:spcAft>
              <a:buSzPts val="688"/>
              <a:buNone/>
            </a:pPr>
            <a:r>
              <a:rPr b="1" lang="en" sz="987">
                <a:solidFill>
                  <a:schemeClr val="dk1"/>
                </a:solidFill>
              </a:rPr>
              <a:t>Confession </a:t>
            </a:r>
            <a:endParaRPr b="1" sz="987"/>
          </a:p>
          <a:p>
            <a:pPr indent="0" lvl="0" marL="0" rtl="0" algn="l">
              <a:lnSpc>
                <a:spcPct val="95000"/>
              </a:lnSpc>
              <a:spcBef>
                <a:spcPts val="1200"/>
              </a:spcBef>
              <a:spcAft>
                <a:spcPts val="0"/>
              </a:spcAft>
              <a:buClr>
                <a:schemeClr val="dk1"/>
              </a:buClr>
              <a:buSzPts val="688"/>
              <a:buFont typeface="Arial"/>
              <a:buNone/>
            </a:pPr>
            <a:r>
              <a:rPr lang="en" sz="987"/>
              <a:t>• Cross on the head signals forgiveness</a:t>
            </a:r>
            <a:endParaRPr b="1" sz="987"/>
          </a:p>
          <a:p>
            <a:pPr indent="0" lvl="0" marL="0" rtl="0" algn="l">
              <a:lnSpc>
                <a:spcPct val="95000"/>
              </a:lnSpc>
              <a:spcBef>
                <a:spcPts val="1200"/>
              </a:spcBef>
              <a:spcAft>
                <a:spcPts val="0"/>
              </a:spcAft>
              <a:buSzPts val="688"/>
              <a:buNone/>
            </a:pPr>
            <a:r>
              <a:rPr b="1" lang="en" sz="987">
                <a:solidFill>
                  <a:schemeClr val="dk1"/>
                </a:solidFill>
              </a:rPr>
              <a:t>Holy Communion:</a:t>
            </a:r>
            <a:br>
              <a:rPr b="1" lang="en" sz="987">
                <a:solidFill>
                  <a:schemeClr val="dk1"/>
                </a:solidFill>
              </a:rPr>
            </a:br>
            <a:br>
              <a:rPr lang="en" sz="987">
                <a:solidFill>
                  <a:schemeClr val="dk1"/>
                </a:solidFill>
              </a:rPr>
            </a:br>
            <a:r>
              <a:rPr lang="en" sz="987">
                <a:solidFill>
                  <a:schemeClr val="dk1"/>
                </a:solidFill>
              </a:rPr>
              <a:t>• Communion presents the living body and blood of Christ</a:t>
            </a:r>
            <a:endParaRPr sz="987">
              <a:solidFill>
                <a:schemeClr val="dk1"/>
              </a:solidFill>
            </a:endParaRPr>
          </a:p>
          <a:p>
            <a:pPr indent="0" lvl="0" marL="0" rtl="0" algn="l">
              <a:lnSpc>
                <a:spcPct val="95000"/>
              </a:lnSpc>
              <a:spcBef>
                <a:spcPts val="1200"/>
              </a:spcBef>
              <a:spcAft>
                <a:spcPts val="0"/>
              </a:spcAft>
              <a:buSzPts val="688"/>
              <a:buNone/>
            </a:pPr>
            <a:r>
              <a:rPr b="1" lang="en" sz="987">
                <a:solidFill>
                  <a:schemeClr val="dk1"/>
                </a:solidFill>
              </a:rPr>
              <a:t>Unction of the Sick:</a:t>
            </a:r>
            <a:br>
              <a:rPr b="1" lang="en" sz="987">
                <a:solidFill>
                  <a:schemeClr val="dk1"/>
                </a:solidFill>
              </a:rPr>
            </a:br>
            <a:r>
              <a:rPr lang="en" sz="987">
                <a:solidFill>
                  <a:schemeClr val="dk1"/>
                </a:solidFill>
              </a:rPr>
              <a:t>• Oil is crossed 7 times (with 7 Gospel readings &amp; 7 lit wicks)</a:t>
            </a:r>
            <a:br>
              <a:rPr lang="en" sz="987">
                <a:solidFill>
                  <a:schemeClr val="dk1"/>
                </a:solidFill>
              </a:rPr>
            </a:br>
            <a:r>
              <a:rPr lang="en" sz="987">
                <a:solidFill>
                  <a:schemeClr val="dk1"/>
                </a:solidFill>
              </a:rPr>
              <a:t>• Emphasizes divine perfection</a:t>
            </a:r>
            <a:endParaRPr sz="987">
              <a:solidFill>
                <a:schemeClr val="dk1"/>
              </a:solidFill>
            </a:endParaRPr>
          </a:p>
          <a:p>
            <a:pPr indent="0" lvl="0" marL="0" rtl="0" algn="l">
              <a:lnSpc>
                <a:spcPct val="95000"/>
              </a:lnSpc>
              <a:spcBef>
                <a:spcPts val="1200"/>
              </a:spcBef>
              <a:spcAft>
                <a:spcPts val="0"/>
              </a:spcAft>
              <a:buSzPts val="688"/>
              <a:buNone/>
            </a:pPr>
            <a:r>
              <a:rPr b="1" lang="en" sz="987">
                <a:solidFill>
                  <a:schemeClr val="dk1"/>
                </a:solidFill>
              </a:rPr>
              <a:t>Holy Orders:</a:t>
            </a:r>
            <a:br>
              <a:rPr lang="en" sz="987">
                <a:solidFill>
                  <a:schemeClr val="dk1"/>
                </a:solidFill>
              </a:rPr>
            </a:br>
            <a:r>
              <a:rPr lang="en" sz="987">
                <a:solidFill>
                  <a:schemeClr val="dk1"/>
                </a:solidFill>
              </a:rPr>
              <a:t>• through the power</a:t>
            </a:r>
            <a:r>
              <a:rPr lang="en" sz="987"/>
              <a:t> of the cross a male is ordained into the Holy Order of the church.</a:t>
            </a:r>
            <a:br>
              <a:rPr lang="en" sz="987"/>
            </a:br>
            <a:br>
              <a:rPr lang="en" sz="987"/>
            </a:br>
            <a:r>
              <a:rPr b="1" lang="en" sz="987">
                <a:solidFill>
                  <a:schemeClr val="dk1"/>
                </a:solidFill>
              </a:rPr>
              <a:t>Marriage:</a:t>
            </a:r>
            <a:br>
              <a:rPr b="1" lang="en" sz="987">
                <a:solidFill>
                  <a:schemeClr val="dk1"/>
                </a:solidFill>
              </a:rPr>
            </a:br>
            <a:r>
              <a:rPr lang="en" sz="987">
                <a:solidFill>
                  <a:schemeClr val="dk1"/>
                </a:solidFill>
              </a:rPr>
              <a:t>• Cross placed on the bride and groom</a:t>
            </a:r>
            <a:br>
              <a:rPr lang="en" sz="987">
                <a:solidFill>
                  <a:schemeClr val="dk1"/>
                </a:solidFill>
              </a:rPr>
            </a:br>
            <a:r>
              <a:rPr lang="en" sz="987">
                <a:solidFill>
                  <a:schemeClr val="dk1"/>
                </a:solidFill>
              </a:rPr>
              <a:t>• Marks a life of sacrificial love leading to the “Crown of Victory”</a:t>
            </a:r>
            <a:endParaRPr sz="987">
              <a:solidFill>
                <a:schemeClr val="dk1"/>
              </a:solidFill>
            </a:endParaRPr>
          </a:p>
          <a:p>
            <a:pPr indent="0" lvl="0" marL="0" rtl="0" algn="l">
              <a:lnSpc>
                <a:spcPct val="95000"/>
              </a:lnSpc>
              <a:spcBef>
                <a:spcPts val="1200"/>
              </a:spcBef>
              <a:spcAft>
                <a:spcPts val="0"/>
              </a:spcAft>
              <a:buClr>
                <a:schemeClr val="dk1"/>
              </a:buClr>
              <a:buSzPts val="688"/>
              <a:buFont typeface="Arial"/>
              <a:buNone/>
            </a:pPr>
            <a:r>
              <a:t/>
            </a:r>
            <a:endParaRPr b="1" sz="687">
              <a:solidFill>
                <a:schemeClr val="dk1"/>
              </a:solidFill>
            </a:endParaRPr>
          </a:p>
          <a:p>
            <a:pPr indent="0" lvl="0" marL="0" rtl="0" algn="l">
              <a:lnSpc>
                <a:spcPct val="95000"/>
              </a:lnSpc>
              <a:spcBef>
                <a:spcPts val="1200"/>
              </a:spcBef>
              <a:spcAft>
                <a:spcPts val="1200"/>
              </a:spcAft>
              <a:buSzPts val="688"/>
              <a:buNone/>
            </a:pPr>
            <a:r>
              <a:t/>
            </a:r>
            <a:endParaRPr sz="925"/>
          </a:p>
        </p:txBody>
      </p:sp>
      <p:pic>
        <p:nvPicPr>
          <p:cNvPr id="96" name="Google Shape;96;p18"/>
          <p:cNvPicPr preferRelativeResize="0"/>
          <p:nvPr/>
        </p:nvPicPr>
        <p:blipFill>
          <a:blip r:embed="rId3">
            <a:alphaModFix/>
          </a:blip>
          <a:stretch>
            <a:fillRect/>
          </a:stretch>
        </p:blipFill>
        <p:spPr>
          <a:xfrm>
            <a:off x="5812237" y="2878675"/>
            <a:ext cx="2755925" cy="1838200"/>
          </a:xfrm>
          <a:prstGeom prst="rect">
            <a:avLst/>
          </a:prstGeom>
          <a:noFill/>
          <a:ln>
            <a:noFill/>
          </a:ln>
        </p:spPr>
      </p:pic>
      <p:pic>
        <p:nvPicPr>
          <p:cNvPr id="97" name="Google Shape;97;p18"/>
          <p:cNvPicPr preferRelativeResize="0"/>
          <p:nvPr/>
        </p:nvPicPr>
        <p:blipFill>
          <a:blip r:embed="rId4">
            <a:alphaModFix/>
          </a:blip>
          <a:stretch>
            <a:fillRect/>
          </a:stretch>
        </p:blipFill>
        <p:spPr>
          <a:xfrm>
            <a:off x="5822393" y="1077176"/>
            <a:ext cx="2735606" cy="162962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 name="Shape 101"/>
        <p:cNvGrpSpPr/>
        <p:nvPr/>
      </p:nvGrpSpPr>
      <p:grpSpPr>
        <a:xfrm>
          <a:off x="0" y="0"/>
          <a:ext cx="0" cy="0"/>
          <a:chOff x="0" y="0"/>
          <a:chExt cx="0" cy="0"/>
        </a:xfrm>
      </p:grpSpPr>
      <p:sp>
        <p:nvSpPr>
          <p:cNvPr id="102" name="Google Shape;102;p19"/>
          <p:cNvSpPr txBox="1"/>
          <p:nvPr>
            <p:ph type="title"/>
          </p:nvPr>
        </p:nvSpPr>
        <p:spPr>
          <a:xfrm>
            <a:off x="311700" y="306000"/>
            <a:ext cx="8520600" cy="6132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Cross in Daily Life</a:t>
            </a:r>
            <a:endParaRPr/>
          </a:p>
        </p:txBody>
      </p:sp>
      <p:sp>
        <p:nvSpPr>
          <p:cNvPr id="103" name="Google Shape;103;p19"/>
          <p:cNvSpPr txBox="1"/>
          <p:nvPr>
            <p:ph idx="1" type="body"/>
          </p:nvPr>
        </p:nvSpPr>
        <p:spPr>
          <a:xfrm>
            <a:off x="311700" y="919200"/>
            <a:ext cx="5394900" cy="3397200"/>
          </a:xfrm>
          <a:prstGeom prst="rect">
            <a:avLst/>
          </a:prstGeom>
        </p:spPr>
        <p:txBody>
          <a:bodyPr anchorCtr="0" anchor="t" bIns="91425" lIns="91425" spcFirstLastPara="1" rIns="91425" wrap="square" tIns="91425">
            <a:noAutofit/>
          </a:bodyPr>
          <a:lstStyle/>
          <a:p>
            <a:pPr indent="0" lvl="0" marL="0" rtl="0" algn="l">
              <a:lnSpc>
                <a:spcPct val="95000"/>
              </a:lnSpc>
              <a:spcBef>
                <a:spcPts val="0"/>
              </a:spcBef>
              <a:spcAft>
                <a:spcPts val="0"/>
              </a:spcAft>
              <a:buSzPts val="275"/>
              <a:buNone/>
            </a:pPr>
            <a:r>
              <a:rPr b="1" lang="en" sz="900">
                <a:solidFill>
                  <a:schemeClr val="dk1"/>
                </a:solidFill>
              </a:rPr>
              <a:t>Spiritual</a:t>
            </a:r>
            <a:r>
              <a:rPr b="1" lang="en" sz="900">
                <a:solidFill>
                  <a:schemeClr val="dk1"/>
                </a:solidFill>
              </a:rPr>
              <a:t> Protection:</a:t>
            </a:r>
            <a:endParaRPr b="1" sz="900">
              <a:solidFill>
                <a:schemeClr val="dk1"/>
              </a:solidFill>
            </a:endParaRPr>
          </a:p>
          <a:p>
            <a:pPr indent="-285750" lvl="0" marL="457200" rtl="0" algn="l">
              <a:lnSpc>
                <a:spcPct val="95000"/>
              </a:lnSpc>
              <a:spcBef>
                <a:spcPts val="1200"/>
              </a:spcBef>
              <a:spcAft>
                <a:spcPts val="0"/>
              </a:spcAft>
              <a:buClr>
                <a:schemeClr val="dk1"/>
              </a:buClr>
              <a:buSzPts val="900"/>
              <a:buChar char="●"/>
            </a:pPr>
            <a:r>
              <a:rPr lang="en" sz="900">
                <a:solidFill>
                  <a:schemeClr val="dk1"/>
                </a:solidFill>
              </a:rPr>
              <a:t>Making the sign of the Cross is believed to drive away demons, reminding them of the Devil’s defeat at Golgotha.</a:t>
            </a:r>
            <a:endParaRPr sz="900">
              <a:solidFill>
                <a:schemeClr val="dk1"/>
              </a:solidFill>
            </a:endParaRPr>
          </a:p>
          <a:p>
            <a:pPr indent="0" lvl="0" marL="0" rtl="0" algn="l">
              <a:lnSpc>
                <a:spcPct val="95000"/>
              </a:lnSpc>
              <a:spcBef>
                <a:spcPts val="1200"/>
              </a:spcBef>
              <a:spcAft>
                <a:spcPts val="0"/>
              </a:spcAft>
              <a:buSzPts val="275"/>
              <a:buNone/>
            </a:pPr>
            <a:r>
              <a:rPr b="1" lang="en" sz="900">
                <a:solidFill>
                  <a:schemeClr val="dk1"/>
                </a:solidFill>
              </a:rPr>
              <a:t>Overcoming Sin:</a:t>
            </a:r>
            <a:endParaRPr b="1" sz="900">
              <a:solidFill>
                <a:schemeClr val="dk1"/>
              </a:solidFill>
            </a:endParaRPr>
          </a:p>
          <a:p>
            <a:pPr indent="-285750" lvl="0" marL="457200" rtl="0" algn="l">
              <a:lnSpc>
                <a:spcPct val="95000"/>
              </a:lnSpc>
              <a:spcBef>
                <a:spcPts val="1200"/>
              </a:spcBef>
              <a:spcAft>
                <a:spcPts val="0"/>
              </a:spcAft>
              <a:buClr>
                <a:schemeClr val="dk1"/>
              </a:buClr>
              <a:buSzPts val="900"/>
              <a:buChar char="●"/>
            </a:pPr>
            <a:r>
              <a:rPr lang="en" sz="900">
                <a:solidFill>
                  <a:schemeClr val="dk1"/>
                </a:solidFill>
              </a:rPr>
              <a:t>It acts as a remedy for defiled lust and quenches the “flames” of sin, symbolically extinguishing its power.</a:t>
            </a:r>
            <a:endParaRPr sz="900">
              <a:solidFill>
                <a:schemeClr val="dk1"/>
              </a:solidFill>
            </a:endParaRPr>
          </a:p>
          <a:p>
            <a:pPr indent="0" lvl="0" marL="0" rtl="0" algn="l">
              <a:lnSpc>
                <a:spcPct val="95000"/>
              </a:lnSpc>
              <a:spcBef>
                <a:spcPts val="1200"/>
              </a:spcBef>
              <a:spcAft>
                <a:spcPts val="0"/>
              </a:spcAft>
              <a:buSzPts val="275"/>
              <a:buNone/>
            </a:pPr>
            <a:r>
              <a:rPr b="1" lang="en" sz="900">
                <a:solidFill>
                  <a:schemeClr val="dk1"/>
                </a:solidFill>
              </a:rPr>
              <a:t>Empowerment Through Prayer:</a:t>
            </a:r>
            <a:endParaRPr b="1" sz="900">
              <a:solidFill>
                <a:schemeClr val="dk1"/>
              </a:solidFill>
            </a:endParaRPr>
          </a:p>
          <a:p>
            <a:pPr indent="-285750" lvl="0" marL="457200" rtl="0" algn="l">
              <a:lnSpc>
                <a:spcPct val="95000"/>
              </a:lnSpc>
              <a:spcBef>
                <a:spcPts val="1200"/>
              </a:spcBef>
              <a:spcAft>
                <a:spcPts val="0"/>
              </a:spcAft>
              <a:buClr>
                <a:schemeClr val="dk1"/>
              </a:buClr>
              <a:buSzPts val="900"/>
              <a:buChar char="●"/>
            </a:pPr>
            <a:r>
              <a:rPr lang="en" sz="900">
                <a:solidFill>
                  <a:schemeClr val="dk1"/>
                </a:solidFill>
              </a:rPr>
              <a:t>When we cross our foreheads, chests, or stretch our hands in the shape of the Cross, we symbolically free ourselves from the authority of death.</a:t>
            </a:r>
            <a:endParaRPr sz="900">
              <a:solidFill>
                <a:schemeClr val="dk1"/>
              </a:solidFill>
            </a:endParaRPr>
          </a:p>
          <a:p>
            <a:pPr indent="-285750" lvl="0" marL="457200" rtl="0" algn="l">
              <a:lnSpc>
                <a:spcPct val="95000"/>
              </a:lnSpc>
              <a:spcBef>
                <a:spcPts val="0"/>
              </a:spcBef>
              <a:spcAft>
                <a:spcPts val="0"/>
              </a:spcAft>
              <a:buClr>
                <a:schemeClr val="dk1"/>
              </a:buClr>
              <a:buSzPts val="900"/>
              <a:buChar char="●"/>
            </a:pPr>
            <a:r>
              <a:rPr lang="en" sz="900">
                <a:solidFill>
                  <a:schemeClr val="dk1"/>
                </a:solidFill>
              </a:rPr>
              <a:t>This gesture represents a journey deep into our soul through prayer, much like a bird spreading its wings to soar.</a:t>
            </a:r>
            <a:endParaRPr sz="900">
              <a:solidFill>
                <a:schemeClr val="dk1"/>
              </a:solidFill>
            </a:endParaRPr>
          </a:p>
          <a:p>
            <a:pPr indent="0" lvl="0" marL="0" rtl="0" algn="l">
              <a:lnSpc>
                <a:spcPct val="95000"/>
              </a:lnSpc>
              <a:spcBef>
                <a:spcPts val="1200"/>
              </a:spcBef>
              <a:spcAft>
                <a:spcPts val="0"/>
              </a:spcAft>
              <a:buSzPts val="275"/>
              <a:buNone/>
            </a:pPr>
            <a:r>
              <a:rPr b="1" lang="en" sz="900">
                <a:solidFill>
                  <a:schemeClr val="dk1"/>
                </a:solidFill>
              </a:rPr>
              <a:t>Triumph Over Temptation:</a:t>
            </a:r>
            <a:endParaRPr b="1" sz="900">
              <a:solidFill>
                <a:schemeClr val="dk1"/>
              </a:solidFill>
            </a:endParaRPr>
          </a:p>
          <a:p>
            <a:pPr indent="-285750" lvl="0" marL="457200" rtl="0" algn="l">
              <a:lnSpc>
                <a:spcPct val="95000"/>
              </a:lnSpc>
              <a:spcBef>
                <a:spcPts val="1200"/>
              </a:spcBef>
              <a:spcAft>
                <a:spcPts val="0"/>
              </a:spcAft>
              <a:buClr>
                <a:schemeClr val="dk1"/>
              </a:buClr>
              <a:buSzPts val="900"/>
              <a:buChar char="●"/>
            </a:pPr>
            <a:r>
              <a:rPr lang="en" sz="900">
                <a:solidFill>
                  <a:schemeClr val="dk1"/>
                </a:solidFill>
              </a:rPr>
              <a:t>The Cross is also a sign of salvation and a tool for overcoming temptation.</a:t>
            </a:r>
            <a:endParaRPr sz="900">
              <a:solidFill>
                <a:schemeClr val="dk1"/>
              </a:solidFill>
            </a:endParaRPr>
          </a:p>
          <a:p>
            <a:pPr indent="-285750" lvl="0" marL="457200" rtl="0" algn="l">
              <a:lnSpc>
                <a:spcPct val="95000"/>
              </a:lnSpc>
              <a:spcBef>
                <a:spcPts val="0"/>
              </a:spcBef>
              <a:spcAft>
                <a:spcPts val="0"/>
              </a:spcAft>
              <a:buClr>
                <a:schemeClr val="dk1"/>
              </a:buClr>
              <a:buSzPts val="900"/>
              <a:buChar char="●"/>
            </a:pPr>
            <a:r>
              <a:rPr lang="en" sz="900">
                <a:solidFill>
                  <a:schemeClr val="dk1"/>
                </a:solidFill>
              </a:rPr>
              <a:t>Even the martyrs would “cross the cup” offered to them as a mark of their unyielding faith.</a:t>
            </a:r>
            <a:endParaRPr sz="900">
              <a:solidFill>
                <a:schemeClr val="dk1"/>
              </a:solidFill>
            </a:endParaRPr>
          </a:p>
          <a:p>
            <a:pPr indent="0" lvl="0" marL="0" rtl="0" algn="l">
              <a:lnSpc>
                <a:spcPct val="95000"/>
              </a:lnSpc>
              <a:spcBef>
                <a:spcPts val="1200"/>
              </a:spcBef>
              <a:spcAft>
                <a:spcPts val="0"/>
              </a:spcAft>
              <a:buSzPts val="275"/>
              <a:buNone/>
            </a:pPr>
            <a:r>
              <a:rPr b="1" lang="en" sz="900">
                <a:solidFill>
                  <a:schemeClr val="dk1"/>
                </a:solidFill>
              </a:rPr>
              <a:t>Symbol of Victory:</a:t>
            </a:r>
            <a:endParaRPr b="1" sz="900">
              <a:solidFill>
                <a:schemeClr val="dk1"/>
              </a:solidFill>
            </a:endParaRPr>
          </a:p>
          <a:p>
            <a:pPr indent="-285750" lvl="0" marL="457200" rtl="0" algn="l">
              <a:lnSpc>
                <a:spcPct val="95000"/>
              </a:lnSpc>
              <a:spcBef>
                <a:spcPts val="1200"/>
              </a:spcBef>
              <a:spcAft>
                <a:spcPts val="0"/>
              </a:spcAft>
              <a:buClr>
                <a:schemeClr val="dk1"/>
              </a:buClr>
              <a:buSzPts val="900"/>
              <a:buChar char="●"/>
            </a:pPr>
            <a:r>
              <a:rPr lang="en" sz="900">
                <a:solidFill>
                  <a:schemeClr val="dk1"/>
                </a:solidFill>
              </a:rPr>
              <a:t>The Cross remains our pride, beauty, crown, weapon, and declaration of faith—a tangible reminder of the irresistible power of God.</a:t>
            </a:r>
            <a:endParaRPr sz="900">
              <a:solidFill>
                <a:schemeClr val="dk1"/>
              </a:solidFill>
            </a:endParaRPr>
          </a:p>
          <a:p>
            <a:pPr indent="0" lvl="0" marL="0" rtl="0" algn="l">
              <a:lnSpc>
                <a:spcPct val="95000"/>
              </a:lnSpc>
              <a:spcBef>
                <a:spcPts val="1200"/>
              </a:spcBef>
              <a:spcAft>
                <a:spcPts val="0"/>
              </a:spcAft>
              <a:buClr>
                <a:schemeClr val="dk1"/>
              </a:buClr>
              <a:buSzPts val="275"/>
              <a:buFont typeface="Arial"/>
              <a:buNone/>
            </a:pPr>
            <a:r>
              <a:t/>
            </a:r>
            <a:endParaRPr sz="900">
              <a:solidFill>
                <a:schemeClr val="dk1"/>
              </a:solidFill>
            </a:endParaRPr>
          </a:p>
          <a:p>
            <a:pPr indent="0" lvl="0" marL="0" rtl="0" algn="l">
              <a:lnSpc>
                <a:spcPct val="95000"/>
              </a:lnSpc>
              <a:spcBef>
                <a:spcPts val="1200"/>
              </a:spcBef>
              <a:spcAft>
                <a:spcPts val="1200"/>
              </a:spcAft>
              <a:buSzPts val="275"/>
              <a:buNone/>
            </a:pPr>
            <a:r>
              <a:t/>
            </a:r>
            <a:endParaRPr sz="900"/>
          </a:p>
        </p:txBody>
      </p:sp>
      <p:pic>
        <p:nvPicPr>
          <p:cNvPr id="104" name="Google Shape;104;p19"/>
          <p:cNvPicPr preferRelativeResize="0"/>
          <p:nvPr/>
        </p:nvPicPr>
        <p:blipFill>
          <a:blip r:embed="rId3">
            <a:alphaModFix/>
          </a:blip>
          <a:stretch>
            <a:fillRect/>
          </a:stretch>
        </p:blipFill>
        <p:spPr>
          <a:xfrm>
            <a:off x="5876450" y="1668325"/>
            <a:ext cx="3132426" cy="2349324"/>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 name="Shape 108"/>
        <p:cNvGrpSpPr/>
        <p:nvPr/>
      </p:nvGrpSpPr>
      <p:grpSpPr>
        <a:xfrm>
          <a:off x="0" y="0"/>
          <a:ext cx="0" cy="0"/>
          <a:chOff x="0" y="0"/>
          <a:chExt cx="0" cy="0"/>
        </a:xfrm>
      </p:grpSpPr>
      <p:sp>
        <p:nvSpPr>
          <p:cNvPr id="109" name="Google Shape;109;p20"/>
          <p:cNvSpPr txBox="1"/>
          <p:nvPr>
            <p:ph type="title"/>
          </p:nvPr>
        </p:nvSpPr>
        <p:spPr>
          <a:xfrm>
            <a:off x="311700" y="445025"/>
            <a:ext cx="8520600" cy="6132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Concluding Reflections</a:t>
            </a:r>
            <a:endParaRPr/>
          </a:p>
        </p:txBody>
      </p:sp>
      <p:sp>
        <p:nvSpPr>
          <p:cNvPr id="110" name="Google Shape;110;p20"/>
          <p:cNvSpPr txBox="1"/>
          <p:nvPr>
            <p:ph idx="1" type="body"/>
          </p:nvPr>
        </p:nvSpPr>
        <p:spPr>
          <a:xfrm>
            <a:off x="311700" y="1171600"/>
            <a:ext cx="8520600" cy="3397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b="1" lang="en" sz="1300">
                <a:solidFill>
                  <a:schemeClr val="dk1"/>
                </a:solidFill>
              </a:rPr>
              <a:t>Key Points &amp; Quotations:</a:t>
            </a:r>
            <a:endParaRPr b="1" sz="1300">
              <a:solidFill>
                <a:schemeClr val="dk1"/>
              </a:solidFill>
            </a:endParaRPr>
          </a:p>
          <a:p>
            <a:pPr indent="-311150" lvl="0" marL="457200" rtl="0" algn="l">
              <a:spcBef>
                <a:spcPts val="1200"/>
              </a:spcBef>
              <a:spcAft>
                <a:spcPts val="0"/>
              </a:spcAft>
              <a:buClr>
                <a:schemeClr val="dk1"/>
              </a:buClr>
              <a:buSzPts val="1300"/>
              <a:buChar char="●"/>
            </a:pPr>
            <a:r>
              <a:rPr lang="en" sz="1300">
                <a:solidFill>
                  <a:schemeClr val="dk1"/>
                </a:solidFill>
              </a:rPr>
              <a:t>“Through the Cross man can drive away all the deceits of the demons.”</a:t>
            </a:r>
            <a:endParaRPr sz="1300">
              <a:solidFill>
                <a:schemeClr val="dk1"/>
              </a:solidFill>
            </a:endParaRPr>
          </a:p>
          <a:p>
            <a:pPr indent="-311150" lvl="1" marL="914400" rtl="0" algn="l">
              <a:spcBef>
                <a:spcPts val="0"/>
              </a:spcBef>
              <a:spcAft>
                <a:spcPts val="0"/>
              </a:spcAft>
              <a:buClr>
                <a:schemeClr val="dk1"/>
              </a:buClr>
              <a:buSzPts val="1300"/>
              <a:buChar char="○"/>
            </a:pPr>
            <a:r>
              <a:rPr i="1" lang="en" sz="1300">
                <a:solidFill>
                  <a:schemeClr val="dk1"/>
                </a:solidFill>
              </a:rPr>
              <a:t>Attributed to Athanasius the Apostolic.</a:t>
            </a:r>
            <a:endParaRPr i="1" sz="1300">
              <a:solidFill>
                <a:schemeClr val="dk1"/>
              </a:solidFill>
            </a:endParaRPr>
          </a:p>
          <a:p>
            <a:pPr indent="-311150" lvl="0" marL="457200" rtl="0" algn="l">
              <a:spcBef>
                <a:spcPts val="0"/>
              </a:spcBef>
              <a:spcAft>
                <a:spcPts val="0"/>
              </a:spcAft>
              <a:buClr>
                <a:schemeClr val="dk1"/>
              </a:buClr>
              <a:buSzPts val="1300"/>
              <a:buChar char="●"/>
            </a:pPr>
            <a:r>
              <a:rPr lang="en" sz="1300">
                <a:solidFill>
                  <a:schemeClr val="dk1"/>
                </a:solidFill>
              </a:rPr>
              <a:t>“The martyr did not drink the cup before furrowing it with the sign of the Cross which is the sign of salvation.”</a:t>
            </a:r>
            <a:endParaRPr sz="1300">
              <a:solidFill>
                <a:schemeClr val="dk1"/>
              </a:solidFill>
            </a:endParaRPr>
          </a:p>
          <a:p>
            <a:pPr indent="-311150" lvl="1" marL="914400" rtl="0" algn="l">
              <a:spcBef>
                <a:spcPts val="0"/>
              </a:spcBef>
              <a:spcAft>
                <a:spcPts val="0"/>
              </a:spcAft>
              <a:buClr>
                <a:schemeClr val="dk1"/>
              </a:buClr>
              <a:buSzPts val="1300"/>
              <a:buChar char="○"/>
            </a:pPr>
            <a:r>
              <a:rPr i="1" lang="en" sz="1300">
                <a:solidFill>
                  <a:schemeClr val="dk1"/>
                </a:solidFill>
              </a:rPr>
              <a:t>Attributed to Theodore (the Historian).</a:t>
            </a:r>
            <a:endParaRPr i="1" sz="1300">
              <a:solidFill>
                <a:schemeClr val="dk1"/>
              </a:solidFill>
            </a:endParaRPr>
          </a:p>
          <a:p>
            <a:pPr indent="-311150" lvl="0" marL="457200" rtl="0" algn="l">
              <a:spcBef>
                <a:spcPts val="0"/>
              </a:spcBef>
              <a:spcAft>
                <a:spcPts val="0"/>
              </a:spcAft>
              <a:buClr>
                <a:schemeClr val="dk1"/>
              </a:buClr>
              <a:buSzPts val="1300"/>
              <a:buChar char="●"/>
            </a:pPr>
            <a:r>
              <a:rPr lang="en" sz="1300">
                <a:solidFill>
                  <a:schemeClr val="dk1"/>
                </a:solidFill>
              </a:rPr>
              <a:t>“Our salvation is confirmed when we partake in the sacraments and their symbols. One of these symbols is the sign of the Cross.”</a:t>
            </a:r>
            <a:endParaRPr sz="1300">
              <a:solidFill>
                <a:schemeClr val="dk1"/>
              </a:solidFill>
            </a:endParaRPr>
          </a:p>
          <a:p>
            <a:pPr indent="-311150" lvl="1" marL="914400" rtl="0" algn="l">
              <a:spcBef>
                <a:spcPts val="0"/>
              </a:spcBef>
              <a:spcAft>
                <a:spcPts val="0"/>
              </a:spcAft>
              <a:buClr>
                <a:schemeClr val="dk1"/>
              </a:buClr>
              <a:buSzPts val="1300"/>
              <a:buChar char="○"/>
            </a:pPr>
            <a:r>
              <a:rPr i="1" lang="en" sz="1300">
                <a:solidFill>
                  <a:schemeClr val="dk1"/>
                </a:solidFill>
              </a:rPr>
              <a:t>Attributed to St. Gregory of Nyssa.</a:t>
            </a:r>
            <a:endParaRPr i="1" sz="1300">
              <a:solidFill>
                <a:schemeClr val="dk1"/>
              </a:solidFill>
            </a:endParaRPr>
          </a:p>
          <a:p>
            <a:pPr indent="0" lvl="0" marL="0" rtl="0" algn="l">
              <a:spcBef>
                <a:spcPts val="1200"/>
              </a:spcBef>
              <a:spcAft>
                <a:spcPts val="0"/>
              </a:spcAft>
              <a:buClr>
                <a:schemeClr val="dk1"/>
              </a:buClr>
              <a:buSzPts val="1100"/>
              <a:buFont typeface="Arial"/>
              <a:buNone/>
            </a:pPr>
            <a:r>
              <a:rPr b="1" lang="en" sz="1300">
                <a:solidFill>
                  <a:schemeClr val="dk1"/>
                </a:solidFill>
              </a:rPr>
              <a:t>Message:</a:t>
            </a:r>
            <a:endParaRPr b="1" sz="1300">
              <a:solidFill>
                <a:schemeClr val="dk1"/>
              </a:solidFill>
            </a:endParaRPr>
          </a:p>
          <a:p>
            <a:pPr indent="-311150" lvl="0" marL="457200" rtl="0" algn="l">
              <a:spcBef>
                <a:spcPts val="1200"/>
              </a:spcBef>
              <a:spcAft>
                <a:spcPts val="0"/>
              </a:spcAft>
              <a:buClr>
                <a:schemeClr val="dk1"/>
              </a:buClr>
              <a:buSzPts val="1300"/>
              <a:buChar char="●"/>
            </a:pPr>
            <a:r>
              <a:rPr lang="en" sz="1300">
                <a:solidFill>
                  <a:schemeClr val="dk1"/>
                </a:solidFill>
              </a:rPr>
              <a:t>These reflections underscore that the Cross is not just an external symbol but the very means of our salvation.</a:t>
            </a:r>
            <a:endParaRPr sz="1300">
              <a:solidFill>
                <a:schemeClr val="dk1"/>
              </a:solidFill>
            </a:endParaRPr>
          </a:p>
          <a:p>
            <a:pPr indent="-311150" lvl="0" marL="457200" rtl="0" algn="l">
              <a:spcBef>
                <a:spcPts val="0"/>
              </a:spcBef>
              <a:spcAft>
                <a:spcPts val="0"/>
              </a:spcAft>
              <a:buClr>
                <a:schemeClr val="dk1"/>
              </a:buClr>
              <a:buSzPts val="1300"/>
              <a:buChar char="●"/>
            </a:pPr>
            <a:r>
              <a:rPr lang="en" sz="1300">
                <a:solidFill>
                  <a:schemeClr val="dk1"/>
                </a:solidFill>
              </a:rPr>
              <a:t>It is integral to our spiritual journey—driving away evil, affirming our faith, and assuring us of God’s everlasting grace.</a:t>
            </a:r>
            <a:endParaRPr sz="1300">
              <a:solidFill>
                <a:schemeClr val="dk1"/>
              </a:solidFill>
            </a:endParaRPr>
          </a:p>
          <a:p>
            <a:pPr indent="0" lvl="0" marL="0" rtl="0" algn="l">
              <a:spcBef>
                <a:spcPts val="1200"/>
              </a:spcBef>
              <a:spcAft>
                <a:spcPts val="1200"/>
              </a:spcAft>
              <a:buNone/>
            </a:pPr>
            <a:r>
              <a:t/>
            </a:r>
            <a:endParaRPr b="1" sz="1300">
              <a:solidFill>
                <a:schemeClr val="dk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Paperback">
  <a:themeElements>
    <a:clrScheme name="Paperback">
      <a:dk1>
        <a:srgbClr val="000000"/>
      </a:dk1>
      <a:lt1>
        <a:srgbClr val="FFFFFF"/>
      </a:lt1>
      <a:dk2>
        <a:srgbClr val="00695C"/>
      </a:dk2>
      <a:lt2>
        <a:srgbClr val="26A69A"/>
      </a:lt2>
      <a:accent1>
        <a:srgbClr val="FFFBF0"/>
      </a:accent1>
      <a:accent2>
        <a:srgbClr val="B7B7B7"/>
      </a:accent2>
      <a:accent3>
        <a:srgbClr val="FB8C00"/>
      </a:accent3>
      <a:accent4>
        <a:srgbClr val="80CBC4"/>
      </a:accent4>
      <a:accent5>
        <a:srgbClr val="AF4345"/>
      </a:accent5>
      <a:accent6>
        <a:srgbClr val="F58F8F"/>
      </a:accent6>
      <a:hlink>
        <a:srgbClr val="AF4345"/>
      </a:hlink>
      <a:folHlink>
        <a:srgbClr val="AF4345"/>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