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ld Standard TT"/>
      <p:regular r:id="rId14"/>
      <p:bold r:id="rId15"/>
      <p: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OldStandardTT-regular.fntdata"/><Relationship Id="rId15" Type="http://schemas.openxmlformats.org/officeDocument/2006/relationships/font" Target="fonts/OldStandardTT-bold.fntdata"/><Relationship Id="rId16" Type="http://schemas.openxmlformats.org/officeDocument/2006/relationships/font" Target="fonts/OldStandardTT-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ecdbb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ecdbb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ecdbb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ecdbb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7ecdbb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7ecdbb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7ecdbb0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7ecdbb0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7ecdbb0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7ecdbb0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7ecdbb0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e7ecdbb0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7ecdbb0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7ecdbb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Iron Sharpens Iron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Dn Yonnas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mpact"/>
                <a:ea typeface="Impact"/>
                <a:cs typeface="Impact"/>
                <a:sym typeface="Impact"/>
              </a:rPr>
              <a:t>Iron Sharpens Iron </a:t>
            </a:r>
            <a:endParaRPr sz="30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82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>
                <a:solidFill>
                  <a:schemeClr val="accen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“As iron sharpens iron, so one person sharpens another.” - Proverbs 27:17</a:t>
            </a:r>
            <a:endParaRPr sz="28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“One Man Army” 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5655300" cy="3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We cannot build anything </a:t>
            </a:r>
            <a:r>
              <a:rPr lang="en">
                <a:solidFill>
                  <a:schemeClr val="accent2"/>
                </a:solidFill>
              </a:rPr>
              <a:t>extraordinary</a:t>
            </a:r>
            <a:r>
              <a:rPr lang="en">
                <a:solidFill>
                  <a:schemeClr val="accent2"/>
                </a:solidFill>
              </a:rPr>
              <a:t> in life alone.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lang="en">
                <a:solidFill>
                  <a:schemeClr val="accent2"/>
                </a:solidFill>
              </a:rPr>
              <a:t>Rome:</a:t>
            </a:r>
            <a:r>
              <a:rPr lang="en">
                <a:solidFill>
                  <a:schemeClr val="accent2"/>
                </a:solidFill>
              </a:rPr>
              <a:t> “Rome was not built in a day” | “Rome was not built alone” </a:t>
            </a:r>
            <a:br>
              <a:rPr lang="en">
                <a:solidFill>
                  <a:schemeClr val="accent2"/>
                </a:solidFill>
              </a:rPr>
            </a:b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A CEO runs a company but the employees keep it alive.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lang="en">
                <a:solidFill>
                  <a:schemeClr val="accent2"/>
                </a:solidFill>
              </a:rPr>
              <a:t>Apple</a:t>
            </a:r>
            <a:r>
              <a:rPr b="1" lang="en">
                <a:solidFill>
                  <a:schemeClr val="accent2"/>
                </a:solidFill>
              </a:rPr>
              <a:t>:</a:t>
            </a:r>
            <a:r>
              <a:rPr lang="en">
                <a:solidFill>
                  <a:schemeClr val="accent2"/>
                </a:solidFill>
              </a:rPr>
              <a:t> Steve Jobs would not be who he was without Steve W</a:t>
            </a:r>
            <a:r>
              <a:rPr lang="en">
                <a:solidFill>
                  <a:schemeClr val="accent2"/>
                </a:solidFill>
              </a:rPr>
              <a:t>ozniak</a:t>
            </a:r>
            <a:r>
              <a:rPr lang="en">
                <a:solidFill>
                  <a:schemeClr val="accent2"/>
                </a:solidFill>
              </a:rPr>
              <a:t>. </a:t>
            </a:r>
            <a:br>
              <a:rPr lang="en">
                <a:solidFill>
                  <a:schemeClr val="accent2"/>
                </a:solidFill>
              </a:rPr>
            </a:b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We can only go so far alone, do not let pride fool you.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lang="en">
                <a:solidFill>
                  <a:schemeClr val="accent2"/>
                </a:solidFill>
              </a:rPr>
              <a:t>Distance: “</a:t>
            </a:r>
            <a:r>
              <a:rPr lang="en">
                <a:solidFill>
                  <a:schemeClr val="accent2"/>
                </a:solidFill>
              </a:rPr>
              <a:t>If you want to go fast, go alone; If you want to go far, go together”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300" y="1543525"/>
            <a:ext cx="2932625" cy="27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We were designed to be together not alone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95025"/>
            <a:ext cx="4657500" cy="3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ld Standard TT"/>
              <a:buChar char="●"/>
            </a:pP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 were designed for each other. </a:t>
            </a:r>
            <a:endParaRPr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FAMILY UNIT: </a:t>
            </a:r>
            <a:endParaRPr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Woman + Man + Vows</a:t>
            </a: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= </a:t>
            </a:r>
            <a:r>
              <a:rPr b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Marriage</a:t>
            </a:r>
            <a:endParaRPr b="1"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Woman + Man + Kids</a:t>
            </a: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= </a:t>
            </a:r>
            <a:r>
              <a:rPr b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Family</a:t>
            </a:r>
            <a:endParaRPr b="1"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Sister + Brother</a:t>
            </a:r>
            <a: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= </a:t>
            </a:r>
            <a:r>
              <a:rPr b="1"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Siblings</a:t>
            </a:r>
            <a:endParaRPr b="1" sz="6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6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 sz="6000" u="sng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does Marriage, Family, and Siblings all have in common? </a:t>
            </a:r>
            <a:endParaRPr sz="6000" u="sng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"It is not good that the man should be alone; I will make a helper suitable for him." </a:t>
            </a:r>
            <a:r>
              <a:rPr b="1" lang="en" sz="6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-Genesis 2:18 </a:t>
            </a:r>
            <a:endParaRPr b="1" sz="6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054400" y="1378800"/>
            <a:ext cx="37779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 are better than one,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because they have a good return for their labor: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 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If either of them falls down,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one can help the other up.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But pity anyone who falls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and has no one to help them up.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11 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Also, if two lie down together, they will keep warm.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But how can one keep warm alone?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12 </a:t>
            </a: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Though one may be overpowered,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two can defend themselves.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 cord of three strands is not quickly broken.</a:t>
            </a:r>
            <a:b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b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  </a:t>
            </a:r>
            <a:r>
              <a:rPr b="1"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Ecclesiastes 4:9-12</a:t>
            </a:r>
            <a:endParaRPr b="1" sz="13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People Can Be Difficult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44075" y="1152500"/>
            <a:ext cx="3771600" cy="32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Relationships are not easy.</a:t>
            </a:r>
            <a:br>
              <a:rPr lang="en"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The best relationships take time +  energy +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sacrifice +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compassion + LOVE. </a:t>
            </a:r>
            <a:br>
              <a:rPr lang="en"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People are difficult because people have feelings,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opinions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, beliefs, etc..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How do you want to be remembered by people? - Our words and actions outlive us. (Nipsey Story)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550" y="860050"/>
            <a:ext cx="382097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The Power Of Our Words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810200" cy="3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“Death and life </a:t>
            </a:r>
            <a:r>
              <a:rPr i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are</a:t>
            </a: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in the power of the tongue: and they that love it shall eat the fruit thereof.” </a:t>
            </a: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 Proverbs 18:21</a:t>
            </a:r>
            <a:b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“sticks and stones may break my bones but words will never hurt me.” - Great misconception</a:t>
            </a:r>
            <a:b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"water crystal experiment" conducted by Masaru Emoto. </a:t>
            </a:r>
            <a:b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Our words have the ability to build and destroy 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500" y="1203400"/>
            <a:ext cx="3614850" cy="33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452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Who are you?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Example: I need one BRAVE volunteer.</a:t>
            </a:r>
            <a:br>
              <a:rPr lang="en"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Our Identities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are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comprised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of thoughts, beliefs,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Actions….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“We are what we repeatedly do. Excellence, then, is not an act, but a habit”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-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Philosopher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b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You have the power to choose.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Who do you choose to be?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5712450" y="1223750"/>
            <a:ext cx="27291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</a:t>
            </a: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Watch your thoughts, they become your words; watch your words, they become your actions; watch your actions, they become your habits; watch your habits, they become your character; watch your character, it becomes your destiny.”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― </a:t>
            </a:r>
            <a:r>
              <a:rPr b="1" lang="en" sz="1300">
                <a:solidFill>
                  <a:schemeClr val="dk1"/>
                </a:solidFill>
              </a:rPr>
              <a:t>Philosopher</a:t>
            </a:r>
            <a:r>
              <a:rPr b="1" lang="en" sz="1300">
                <a:solidFill>
                  <a:schemeClr val="dk1"/>
                </a:solidFill>
              </a:rPr>
              <a:t> 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The Difference! 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7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Uplift the people around you.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Do not look down on people unless you have a hand there to help them up.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Compassion over Judgement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Compassion kills Judgement.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■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Step in other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person's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shoes.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Compassion bring forth understandment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■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Do not teach someone how to swim when they are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drowning.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The story of my friend Teron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Iron sharpens Iron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○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 dull blade cannot sharpen a dull blade.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925" y="823925"/>
            <a:ext cx="3819300" cy="38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